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3"/>
  </p:notesMasterIdLst>
  <p:sldIdLst>
    <p:sldId id="726" r:id="rId3"/>
    <p:sldId id="732" r:id="rId4"/>
    <p:sldId id="525" r:id="rId5"/>
    <p:sldId id="729" r:id="rId6"/>
    <p:sldId id="724" r:id="rId7"/>
    <p:sldId id="728" r:id="rId8"/>
    <p:sldId id="730" r:id="rId9"/>
    <p:sldId id="731" r:id="rId10"/>
    <p:sldId id="733" r:id="rId11"/>
    <p:sldId id="725" r:id="rId12"/>
    <p:sldId id="723" r:id="rId13"/>
    <p:sldId id="720" r:id="rId14"/>
    <p:sldId id="519" r:id="rId15"/>
    <p:sldId id="530" r:id="rId16"/>
    <p:sldId id="671" r:id="rId17"/>
    <p:sldId id="675" r:id="rId18"/>
    <p:sldId id="719" r:id="rId19"/>
    <p:sldId id="339" r:id="rId20"/>
    <p:sldId id="340" r:id="rId21"/>
    <p:sldId id="325" r:id="rId22"/>
  </p:sldIdLst>
  <p:sldSz cx="16803688" cy="21958300"/>
  <p:notesSz cx="9144000" cy="6858000"/>
  <p:defaultTextStyle>
    <a:defPPr>
      <a:defRPr lang="en-US"/>
    </a:defPPr>
    <a:lvl1pPr marL="0" algn="l" defTabSz="461881" rtl="0" eaLnBrk="1" latinLnBrk="0" hangingPunct="1">
      <a:defRPr sz="910" kern="1200">
        <a:solidFill>
          <a:schemeClr val="tx1"/>
        </a:solidFill>
        <a:latin typeface="+mn-lt"/>
        <a:ea typeface="+mn-ea"/>
        <a:cs typeface="+mn-cs"/>
      </a:defRPr>
    </a:lvl1pPr>
    <a:lvl2pPr marL="230939" algn="l" defTabSz="461881" rtl="0" eaLnBrk="1" latinLnBrk="0" hangingPunct="1">
      <a:defRPr sz="910" kern="1200">
        <a:solidFill>
          <a:schemeClr val="tx1"/>
        </a:solidFill>
        <a:latin typeface="+mn-lt"/>
        <a:ea typeface="+mn-ea"/>
        <a:cs typeface="+mn-cs"/>
      </a:defRPr>
    </a:lvl2pPr>
    <a:lvl3pPr marL="461881" algn="l" defTabSz="461881" rtl="0" eaLnBrk="1" latinLnBrk="0" hangingPunct="1">
      <a:defRPr sz="910" kern="1200">
        <a:solidFill>
          <a:schemeClr val="tx1"/>
        </a:solidFill>
        <a:latin typeface="+mn-lt"/>
        <a:ea typeface="+mn-ea"/>
        <a:cs typeface="+mn-cs"/>
      </a:defRPr>
    </a:lvl3pPr>
    <a:lvl4pPr marL="692823" algn="l" defTabSz="461881" rtl="0" eaLnBrk="1" latinLnBrk="0" hangingPunct="1">
      <a:defRPr sz="910" kern="1200">
        <a:solidFill>
          <a:schemeClr val="tx1"/>
        </a:solidFill>
        <a:latin typeface="+mn-lt"/>
        <a:ea typeface="+mn-ea"/>
        <a:cs typeface="+mn-cs"/>
      </a:defRPr>
    </a:lvl4pPr>
    <a:lvl5pPr marL="923763" algn="l" defTabSz="461881" rtl="0" eaLnBrk="1" latinLnBrk="0" hangingPunct="1">
      <a:defRPr sz="910" kern="1200">
        <a:solidFill>
          <a:schemeClr val="tx1"/>
        </a:solidFill>
        <a:latin typeface="+mn-lt"/>
        <a:ea typeface="+mn-ea"/>
        <a:cs typeface="+mn-cs"/>
      </a:defRPr>
    </a:lvl5pPr>
    <a:lvl6pPr marL="1154704" algn="l" defTabSz="461881" rtl="0" eaLnBrk="1" latinLnBrk="0" hangingPunct="1">
      <a:defRPr sz="910" kern="1200">
        <a:solidFill>
          <a:schemeClr val="tx1"/>
        </a:solidFill>
        <a:latin typeface="+mn-lt"/>
        <a:ea typeface="+mn-ea"/>
        <a:cs typeface="+mn-cs"/>
      </a:defRPr>
    </a:lvl6pPr>
    <a:lvl7pPr marL="1385644" algn="l" defTabSz="461881" rtl="0" eaLnBrk="1" latinLnBrk="0" hangingPunct="1">
      <a:defRPr sz="910" kern="1200">
        <a:solidFill>
          <a:schemeClr val="tx1"/>
        </a:solidFill>
        <a:latin typeface="+mn-lt"/>
        <a:ea typeface="+mn-ea"/>
        <a:cs typeface="+mn-cs"/>
      </a:defRPr>
    </a:lvl7pPr>
    <a:lvl8pPr marL="1616586" algn="l" defTabSz="461881" rtl="0" eaLnBrk="1" latinLnBrk="0" hangingPunct="1">
      <a:defRPr sz="910" kern="1200">
        <a:solidFill>
          <a:schemeClr val="tx1"/>
        </a:solidFill>
        <a:latin typeface="+mn-lt"/>
        <a:ea typeface="+mn-ea"/>
        <a:cs typeface="+mn-cs"/>
      </a:defRPr>
    </a:lvl8pPr>
    <a:lvl9pPr marL="1847527" algn="l" defTabSz="461881" rtl="0" eaLnBrk="1" latinLnBrk="0" hangingPunct="1">
      <a:defRPr sz="910" kern="1200">
        <a:solidFill>
          <a:schemeClr val="tx1"/>
        </a:solidFill>
        <a:latin typeface="+mn-lt"/>
        <a:ea typeface="+mn-ea"/>
        <a:cs typeface="+mn-cs"/>
      </a:defRPr>
    </a:lvl9pPr>
  </p:defaultTextStyle>
  <p:extLst>
    <p:ext uri="{521415D9-36F7-43E2-AB2F-B90AF26B5E84}">
      <p14:sectionLst xmlns:p14="http://schemas.microsoft.com/office/powerpoint/2010/main">
        <p14:section name="Publication Figures" id="{5FD56B4B-3B5D-45FB-91B7-6B57602EFDD2}">
          <p14:sldIdLst>
            <p14:sldId id="726"/>
            <p14:sldId id="732"/>
            <p14:sldId id="525"/>
            <p14:sldId id="729"/>
            <p14:sldId id="724"/>
            <p14:sldId id="728"/>
            <p14:sldId id="730"/>
            <p14:sldId id="731"/>
            <p14:sldId id="733"/>
            <p14:sldId id="725"/>
          </p14:sldIdLst>
        </p14:section>
        <p14:section name="References" id="{82D9B533-AC2C-4A6E-B157-4159B1FA63BF}">
          <p14:sldIdLst>
            <p14:sldId id="723"/>
            <p14:sldId id="720"/>
            <p14:sldId id="519"/>
            <p14:sldId id="530"/>
            <p14:sldId id="671"/>
            <p14:sldId id="675"/>
            <p14:sldId id="719"/>
            <p14:sldId id="339"/>
            <p14:sldId id="340"/>
            <p14:sldId id="32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nathan Ting" initials="JT" lastIdx="1" clrIdx="0">
    <p:extLst>
      <p:ext uri="{19B8F6BF-5375-455C-9EA6-DF929625EA0E}">
        <p15:presenceInfo xmlns:p15="http://schemas.microsoft.com/office/powerpoint/2012/main" userId="e4276e13023936b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EDBCC"/>
    <a:srgbClr val="FCAF93"/>
    <a:srgbClr val="FFFFFF"/>
    <a:srgbClr val="FC8161"/>
    <a:srgbClr val="F34F39"/>
    <a:srgbClr val="D62221"/>
    <a:srgbClr val="FFCCCC"/>
    <a:srgbClr val="E377C2"/>
    <a:srgbClr val="FF7F0E"/>
    <a:srgbClr val="17BE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741" autoAdjust="0"/>
  </p:normalViewPr>
  <p:slideViewPr>
    <p:cSldViewPr snapToGrid="0">
      <p:cViewPr>
        <p:scale>
          <a:sx n="65" d="100"/>
          <a:sy n="65" d="100"/>
        </p:scale>
        <p:origin x="40" y="-6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C68FB4C-2220-493F-8F43-F193CFCF4B17}" type="datetimeFigureOut">
              <a:rPr lang="en-GB" smtClean="0"/>
              <a:t>22/01/2025</a:t>
            </a:fld>
            <a:endParaRPr lang="en-GB"/>
          </a:p>
        </p:txBody>
      </p:sp>
      <p:sp>
        <p:nvSpPr>
          <p:cNvPr id="4" name="Slide Image Placeholder 3"/>
          <p:cNvSpPr>
            <a:spLocks noGrp="1" noRot="1" noChangeAspect="1"/>
          </p:cNvSpPr>
          <p:nvPr>
            <p:ph type="sldImg" idx="2"/>
          </p:nvPr>
        </p:nvSpPr>
        <p:spPr>
          <a:xfrm>
            <a:off x="3686175" y="857250"/>
            <a:ext cx="177165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3977694-EC3B-470B-8787-A7D998B873D4}" type="slidenum">
              <a:rPr lang="en-GB" smtClean="0"/>
              <a:t>‹#›</a:t>
            </a:fld>
            <a:endParaRPr lang="en-GB"/>
          </a:p>
        </p:txBody>
      </p:sp>
    </p:spTree>
    <p:extLst>
      <p:ext uri="{BB962C8B-B14F-4D97-AF65-F5344CB8AC3E}">
        <p14:creationId xmlns:p14="http://schemas.microsoft.com/office/powerpoint/2010/main" val="740395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7368503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022657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mc:Choice>
        <mc:Fallback xmlns="">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Our idea is based on the understanding that we can simply make use of the convex hull of convex hulls.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So given a data set with </a:t>
                </a:r>
                <a:r>
                  <a:rPr lang="en-AU" b="0" i="0">
                    <a:latin typeface="Cambria Math" panose="02040503050406030204" pitchFamily="18" charset="0"/>
                  </a:rPr>
                  <a:t>𝑛</a:t>
                </a:r>
                <a:r>
                  <a:rPr lang="en-AU" dirty="0"/>
                  <a:t> samples and </a:t>
                </a:r>
                <a:r>
                  <a:rPr lang="en-AU" b="0" i="0">
                    <a:latin typeface="Cambria Math" panose="02040503050406030204" pitchFamily="18" charset="0"/>
                  </a:rPr>
                  <a:t>𝑚</a:t>
                </a:r>
                <a:r>
                  <a:rPr lang="en-AU" dirty="0"/>
                  <a:t> features,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mc:Fallback>
      </mc:AlternateContent>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8375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Upper left: MNP p=50 to 300, random splitting,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Lower left: MNP p=50 to 300, random splitting, 10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Upper right: MNP p=50 to 300, split by elements,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Lower right: MNP p=50 to 300, random (top row) vs element-based (bottom row) splitting,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AU" dirty="0"/>
              <a:t>Lower right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 = MNP 3 subsets random split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b = MNP 3 subsets element split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c = MNP 10 subsets random split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871689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Number of archetypes chosen based on elbow plots</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MNP: 100</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BNP: 200</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TNP: 200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269216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Number of archetypes chosen to maximise return on computational investment (5000)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711694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Number of archetypes chosen such that there is no archetypes that do not contribute significantly to any instance.</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MNP: 250</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BNP: 1800</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AU" dirty="0"/>
              <a:t>TNP: 3000</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402792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dirty="0"/>
              <a:t>Radar plots: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 MNP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(b) BNP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(c) TNP</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229579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dirty="0"/>
              <a:t>Radar plots: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 MNP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(b) BNP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(c) TNP</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565479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dirty="0"/>
              <a:t>Top: Random splits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Left = MNP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Mid = BNP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Right = TNP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AU" dirty="0"/>
              <a:t>Bottom: MNP</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Left = random split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Right = element split 3 subsets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72706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Upper left: MNP p=50 to 300, random splitting,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Lower left: MNP p=50 to 300, random splitting, 10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Upper right: MNP p=50 to 300, split by elements, 3 subsets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682976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So this iterative approach is based on the </a:t>
                </a:r>
                <a:r>
                  <a:rPr lang="en-AU" b="1" dirty="0"/>
                  <a:t>understanding</a:t>
                </a:r>
                <a:r>
                  <a:rPr lang="en-AU" dirty="0"/>
                  <a:t> that we can simply get the </a:t>
                </a:r>
                <a:r>
                  <a:rPr lang="en-AU" b="1" dirty="0"/>
                  <a:t>final convex hull </a:t>
                </a:r>
                <a:r>
                  <a:rPr lang="en-AU" dirty="0"/>
                  <a:t>from a set of </a:t>
                </a:r>
                <a:r>
                  <a:rPr lang="en-AU" b="1" dirty="0"/>
                  <a:t>smaller convex hulls</a:t>
                </a:r>
                <a:r>
                  <a:rPr lang="en-AU"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So given a </a:t>
                </a:r>
                <a:r>
                  <a:rPr lang="en-AU" b="1" dirty="0"/>
                  <a:t>data set </a:t>
                </a:r>
                <a:r>
                  <a:rPr lang="en-AU" dirty="0"/>
                  <a:t>with </a:t>
                </a:r>
                <a14:m>
                  <m:oMath xmlns:m="http://schemas.openxmlformats.org/officeDocument/2006/math">
                    <m:r>
                      <a:rPr lang="en-AU" b="0" i="1" smtClean="0">
                        <a:latin typeface="Cambria Math" panose="02040503050406030204" pitchFamily="18" charset="0"/>
                      </a:rPr>
                      <m:t>𝑛</m:t>
                    </m:r>
                  </m:oMath>
                </a14:m>
                <a:r>
                  <a:rPr lang="en-AU" dirty="0"/>
                  <a:t> samples and </a:t>
                </a:r>
                <a14:m>
                  <m:oMath xmlns:m="http://schemas.openxmlformats.org/officeDocument/2006/math">
                    <m:r>
                      <a:rPr lang="en-AU" b="0" i="1" smtClean="0">
                        <a:latin typeface="Cambria Math" panose="02040503050406030204" pitchFamily="18" charset="0"/>
                      </a:rPr>
                      <m:t>𝑚</m:t>
                    </m:r>
                  </m:oMath>
                </a14:m>
                <a:r>
                  <a:rPr lang="en-AU" dirty="0"/>
                  <a:t> features,</a:t>
                </a:r>
              </a:p>
            </p:txBody>
          </p:sp>
        </mc:Choice>
        <mc:Fallback xmlns="">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So this iterative approach is based on the </a:t>
                </a:r>
                <a:r>
                  <a:rPr lang="en-AU" b="1" dirty="0"/>
                  <a:t>understanding</a:t>
                </a:r>
                <a:r>
                  <a:rPr lang="en-AU" dirty="0"/>
                  <a:t> that we can simply get the </a:t>
                </a:r>
                <a:r>
                  <a:rPr lang="en-AU" b="1" dirty="0"/>
                  <a:t>final convex hull </a:t>
                </a:r>
                <a:r>
                  <a:rPr lang="en-AU" dirty="0"/>
                  <a:t>from a set of </a:t>
                </a:r>
                <a:r>
                  <a:rPr lang="en-AU" b="1" dirty="0"/>
                  <a:t>smaller convex hulls</a:t>
                </a:r>
                <a:r>
                  <a:rPr lang="en-AU"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So given a </a:t>
                </a:r>
                <a:r>
                  <a:rPr lang="en-AU" b="1" dirty="0"/>
                  <a:t>data set </a:t>
                </a:r>
                <a:r>
                  <a:rPr lang="en-AU" dirty="0"/>
                  <a:t>with </a:t>
                </a:r>
                <a:r>
                  <a:rPr lang="en-AU" b="0" i="0">
                    <a:latin typeface="Cambria Math" panose="02040503050406030204" pitchFamily="18" charset="0"/>
                  </a:rPr>
                  <a:t>𝑛</a:t>
                </a:r>
                <a:r>
                  <a:rPr lang="en-AU" dirty="0"/>
                  <a:t> samples and </a:t>
                </a:r>
                <a:r>
                  <a:rPr lang="en-AU" b="0" i="0">
                    <a:latin typeface="Cambria Math" panose="02040503050406030204" pitchFamily="18" charset="0"/>
                  </a:rPr>
                  <a:t>𝑚</a:t>
                </a:r>
                <a:r>
                  <a:rPr lang="en-AU" dirty="0"/>
                  <a:t> features,</a:t>
                </a:r>
              </a:p>
            </p:txBody>
          </p:sp>
        </mc:Fallback>
      </mc:AlternateContent>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86507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And run the archetypal analysis algorithm on each of the </a:t>
            </a:r>
            <a:r>
              <a:rPr lang="en-AU" b="1" dirty="0"/>
              <a:t>subset</a:t>
            </a:r>
            <a:r>
              <a:rPr lang="en-AU"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i="1" dirty="0"/>
              <a:t>Say the archetypes are found at somewhere close to the </a:t>
            </a:r>
            <a:r>
              <a:rPr lang="en-AU" b="1" i="1" dirty="0"/>
              <a:t>actual vertices</a:t>
            </a:r>
            <a:r>
              <a:rPr lang="en-AU" i="1"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i="1" dirty="0"/>
              <a:t>[The theoretical results of the original authors only guarantee that archetypes will be found on the convex hull, but not necessary close to the actual vertices, so the caveat is that a sufficient number of archetypes should be specified at this stage, excessive archetypes is not as much of a problem though, as it will be eliminated in the final stage.]</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267715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Which will return the final set of archetypes, which would resemble the ones obtained from the classical algorithms, but with </a:t>
            </a:r>
            <a:r>
              <a:rPr lang="en-AU" b="1" dirty="0"/>
              <a:t>shorter overall execution time</a:t>
            </a:r>
            <a:r>
              <a:rPr lang="en-AU"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3169751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I then applied this algorithm to the combined set of </a:t>
            </a:r>
            <a:r>
              <a:rPr lang="en-AU" b="1" i="0" dirty="0"/>
              <a:t>monometallic</a:t>
            </a:r>
            <a:r>
              <a:rPr lang="en-AU" dirty="0"/>
              <a:t> data sets, with about </a:t>
            </a:r>
            <a:r>
              <a:rPr lang="en-AU" b="1" dirty="0"/>
              <a:t>ten thousand </a:t>
            </a:r>
            <a:r>
              <a:rPr lang="en-AU" dirty="0"/>
              <a:t>instances.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On the left {</a:t>
            </a:r>
            <a:r>
              <a:rPr lang="en-AU" i="1" dirty="0"/>
              <a:t>click</a:t>
            </a:r>
            <a:r>
              <a:rPr lang="en-AU" dirty="0"/>
              <a:t>} is the </a:t>
            </a:r>
            <a:r>
              <a:rPr lang="en-AU" b="1" dirty="0"/>
              <a:t>elbow plot </a:t>
            </a:r>
            <a:r>
              <a:rPr lang="en-AU" dirty="0"/>
              <a:t>to decide number of archetypes.</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And the right figure shows the 10,000 instances projected onto 2D manifold learnt from </a:t>
            </a:r>
            <a:r>
              <a:rPr lang="en-AU" b="1" dirty="0"/>
              <a:t>t-Stochastic Neighbour Embedding </a:t>
            </a:r>
            <a:r>
              <a:rPr lang="en-AU" dirty="0"/>
              <a:t>from its original </a:t>
            </a:r>
            <a:r>
              <a:rPr lang="en-AU" b="1" dirty="0"/>
              <a:t>135</a:t>
            </a:r>
            <a:r>
              <a:rPr lang="en-AU" dirty="0"/>
              <a:t> dimension.</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The red diamonds are the 100 most archetypal instances, which allows all instances to be reconstructed with </a:t>
            </a:r>
            <a:r>
              <a:rPr lang="en-AU" b="1" dirty="0"/>
              <a:t>93.5% explained variance</a:t>
            </a:r>
            <a:r>
              <a:rPr lang="en-AU"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i="1" dirty="0"/>
              <a:t>[Now there are more that could be explored with the algorithm, but I have yet to get to them.]</a:t>
            </a:r>
            <a:endParaRPr lang="en-GB" i="1"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421559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These are simplex plots to show the distribution of the instances as convex combinations of a </a:t>
            </a:r>
            <a:r>
              <a:rPr lang="en-AU" b="1" dirty="0"/>
              <a:t>specific number of archetypes</a:t>
            </a:r>
            <a:r>
              <a:rPr lang="en-AU"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The last one is when all 100 archetypes are included.</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i="1" dirty="0"/>
              <a:t>[The more archetypes the more even the distribution will be.]</a:t>
            </a:r>
            <a:endParaRPr lang="en-GB" i="1"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584515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86175" y="857250"/>
            <a:ext cx="1771650" cy="2314575"/>
          </a:xfrm>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AU" dirty="0"/>
              <a:t>And we also managed to </a:t>
            </a:r>
            <a:r>
              <a:rPr lang="en-AU" dirty="0" err="1"/>
              <a:t>downsample</a:t>
            </a:r>
            <a:r>
              <a:rPr lang="en-AU" dirty="0"/>
              <a:t> the data sets </a:t>
            </a:r>
            <a:r>
              <a:rPr lang="en-AU" b="1" dirty="0"/>
              <a:t>without introducing much bias</a:t>
            </a:r>
            <a:r>
              <a:rPr lang="en-AU" dirty="0"/>
              <a:t> to the process, which would allow downstream data-driven models to be applied more </a:t>
            </a:r>
            <a:r>
              <a:rPr lang="en-AU" b="1" dirty="0"/>
              <a:t>efficiently</a:t>
            </a:r>
            <a:r>
              <a:rPr lang="en-AU" dirty="0"/>
              <a:t>.</a:t>
            </a:r>
            <a:endParaRPr lang="en-GB" dirty="0"/>
          </a:p>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0A29E61-899D-4DEC-B2DA-C928176A27C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2356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20" y="14896484"/>
            <a:ext cx="16803688" cy="7061899"/>
          </a:xfrm>
          <a:prstGeom prst="rect">
            <a:avLst/>
          </a:prstGeom>
          <a:solidFill>
            <a:srgbClr val="94B0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endParaRPr lang="en-US" altLang="x-none" sz="2091"/>
          </a:p>
        </p:txBody>
      </p:sp>
      <p:sp>
        <p:nvSpPr>
          <p:cNvPr id="5" name="Rectangle 8"/>
          <p:cNvSpPr>
            <a:spLocks noChangeArrowheads="1"/>
          </p:cNvSpPr>
          <p:nvPr/>
        </p:nvSpPr>
        <p:spPr bwMode="auto">
          <a:xfrm>
            <a:off x="20" y="63"/>
            <a:ext cx="16803688" cy="3293743"/>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endParaRPr lang="en-US" altLang="x-none" sz="2091"/>
          </a:p>
        </p:txBody>
      </p:sp>
      <p:pic>
        <p:nvPicPr>
          <p:cNvPr id="6" name="Picture 12" descr="ANU_LOGO_WHIT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60625" y="494801"/>
            <a:ext cx="2777277" cy="2243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Rectangle 4"/>
          <p:cNvSpPr>
            <a:spLocks noGrp="1" noChangeArrowheads="1"/>
          </p:cNvSpPr>
          <p:nvPr>
            <p:ph type="subTitle" idx="1"/>
          </p:nvPr>
        </p:nvSpPr>
        <p:spPr>
          <a:xfrm>
            <a:off x="860629" y="14898178"/>
            <a:ext cx="15216669" cy="592791"/>
          </a:xfrm>
        </p:spPr>
        <p:txBody>
          <a:bodyPr>
            <a:spAutoFit/>
          </a:bodyPr>
          <a:lstStyle>
            <a:lvl1pPr marL="0" indent="0">
              <a:buFontTx/>
              <a:buNone/>
              <a:defRPr sz="3252"/>
            </a:lvl1pPr>
          </a:lstStyle>
          <a:p>
            <a:pPr lvl="0"/>
            <a:r>
              <a:rPr lang="en-AU" noProof="0"/>
              <a:t>Click to edit Master subtitle style</a:t>
            </a:r>
          </a:p>
        </p:txBody>
      </p:sp>
      <p:sp>
        <p:nvSpPr>
          <p:cNvPr id="8195" name="Rectangle 3"/>
          <p:cNvSpPr>
            <a:spLocks noGrp="1" noChangeArrowheads="1"/>
          </p:cNvSpPr>
          <p:nvPr>
            <p:ph type="ctrTitle"/>
          </p:nvPr>
        </p:nvSpPr>
        <p:spPr>
          <a:xfrm>
            <a:off x="860643" y="6804393"/>
            <a:ext cx="15082475" cy="735458"/>
          </a:xfrm>
        </p:spPr>
        <p:txBody>
          <a:bodyPr>
            <a:spAutoFit/>
          </a:bodyPr>
          <a:lstStyle>
            <a:lvl1pPr>
              <a:defRPr>
                <a:solidFill>
                  <a:schemeClr val="tx1"/>
                </a:solidFill>
              </a:defRPr>
            </a:lvl1pPr>
          </a:lstStyle>
          <a:p>
            <a:pPr lvl="0"/>
            <a:r>
              <a:rPr lang="en-AU" noProof="0"/>
              <a:t>Click to edit Master title style</a:t>
            </a:r>
          </a:p>
        </p:txBody>
      </p:sp>
      <p:sp>
        <p:nvSpPr>
          <p:cNvPr id="11" name="Rectangle 6">
            <a:extLst>
              <a:ext uri="{FF2B5EF4-FFF2-40B4-BE49-F238E27FC236}">
                <a16:creationId xmlns:a16="http://schemas.microsoft.com/office/drawing/2014/main" id="{53C301B2-870D-4C81-9E70-E533BF47E06A}"/>
              </a:ext>
            </a:extLst>
          </p:cNvPr>
          <p:cNvSpPr>
            <a:spLocks noGrp="1" noChangeArrowheads="1"/>
          </p:cNvSpPr>
          <p:nvPr>
            <p:ph type="sldNum" sz="quarter" idx="12"/>
          </p:nvPr>
        </p:nvSpPr>
        <p:spPr>
          <a:xfrm>
            <a:off x="15963537" y="20812963"/>
            <a:ext cx="815387" cy="1070798"/>
          </a:xfrm>
          <a:ln/>
        </p:spPr>
        <p:txBody>
          <a:bodyPr/>
          <a:lstStyle>
            <a:lvl1pPr>
              <a:defRPr>
                <a:solidFill>
                  <a:srgbClr val="333333"/>
                </a:solidFill>
              </a:defRPr>
            </a:lvl1pPr>
          </a:lstStyle>
          <a:p>
            <a:fld id="{8E41B671-95F8-AD49-965B-CC100353298F}" type="slidenum">
              <a:rPr lang="en-AU" altLang="x-none" smtClean="0"/>
              <a:pPr/>
              <a:t>‹#›</a:t>
            </a:fld>
            <a:endParaRPr lang="en-AU" altLang="x-none"/>
          </a:p>
        </p:txBody>
      </p:sp>
      <p:sp>
        <p:nvSpPr>
          <p:cNvPr id="12" name="Rectangle 5">
            <a:extLst>
              <a:ext uri="{FF2B5EF4-FFF2-40B4-BE49-F238E27FC236}">
                <a16:creationId xmlns:a16="http://schemas.microsoft.com/office/drawing/2014/main" id="{E6B63178-F10F-43A1-98AC-37C877F115E7}"/>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a:solidFill>
                  <a:schemeClr val="bg2"/>
                </a:solidFill>
                <a:ea typeface="+mn-ea"/>
              </a:defRPr>
            </a:lvl1pPr>
          </a:lstStyle>
          <a:p>
            <a:pPr>
              <a:defRPr/>
            </a:pPr>
            <a:r>
              <a:rPr lang="en-AU" dirty="0"/>
              <a:t>Jonathan TING</a:t>
            </a:r>
          </a:p>
        </p:txBody>
      </p:sp>
      <p:sp>
        <p:nvSpPr>
          <p:cNvPr id="13" name="Rectangle 4">
            <a:extLst>
              <a:ext uri="{FF2B5EF4-FFF2-40B4-BE49-F238E27FC236}">
                <a16:creationId xmlns:a16="http://schemas.microsoft.com/office/drawing/2014/main" id="{193C6B7A-6848-4B34-8A01-5045F1A5CD40}"/>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2500152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6"/>
          <p:cNvSpPr>
            <a:spLocks noGrp="1" noChangeArrowheads="1"/>
          </p:cNvSpPr>
          <p:nvPr>
            <p:ph type="sldNum" sz="quarter" idx="12"/>
          </p:nvPr>
        </p:nvSpPr>
        <p:spPr>
          <a:ln/>
        </p:spPr>
        <p:txBody>
          <a:bodyPr/>
          <a:lstStyle>
            <a:lvl1pPr>
              <a:defRPr>
                <a:solidFill>
                  <a:srgbClr val="333333"/>
                </a:solidFill>
              </a:defRPr>
            </a:lvl1pPr>
          </a:lstStyle>
          <a:p>
            <a:fld id="{8E41B671-95F8-AD49-965B-CC100353298F}" type="slidenum">
              <a:rPr lang="en-AU" altLang="x-none" smtClean="0"/>
              <a:pPr/>
              <a:t>‹#›</a:t>
            </a:fld>
            <a:endParaRPr lang="en-AU" altLang="x-none"/>
          </a:p>
        </p:txBody>
      </p:sp>
      <p:sp>
        <p:nvSpPr>
          <p:cNvPr id="9" name="Rectangle 5">
            <a:extLst>
              <a:ext uri="{FF2B5EF4-FFF2-40B4-BE49-F238E27FC236}">
                <a16:creationId xmlns:a16="http://schemas.microsoft.com/office/drawing/2014/main" id="{D9C40744-6520-4194-86CC-167B4D9F0105}"/>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8" name="Rectangle 4">
            <a:extLst>
              <a:ext uri="{FF2B5EF4-FFF2-40B4-BE49-F238E27FC236}">
                <a16:creationId xmlns:a16="http://schemas.microsoft.com/office/drawing/2014/main" id="{50BB7D89-DB4A-4ABF-856C-64553A5B6650}"/>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3785210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27390" y="14110276"/>
            <a:ext cx="14283136" cy="4361162"/>
          </a:xfrm>
        </p:spPr>
        <p:txBody>
          <a:bodyPr anchor="t"/>
          <a:lstStyle>
            <a:lvl1pPr algn="l">
              <a:defRPr sz="4647" b="1" cap="all">
                <a:solidFill>
                  <a:srgbClr val="94B0BE"/>
                </a:solidFill>
              </a:defRPr>
            </a:lvl1pPr>
          </a:lstStyle>
          <a:p>
            <a:r>
              <a:rPr lang="en-US" dirty="0"/>
              <a:t>Click to edit Master title style</a:t>
            </a:r>
            <a:endParaRPr lang="en-AU" dirty="0"/>
          </a:p>
        </p:txBody>
      </p:sp>
      <p:sp>
        <p:nvSpPr>
          <p:cNvPr id="3" name="Text Placeholder 2"/>
          <p:cNvSpPr>
            <a:spLocks noGrp="1"/>
          </p:cNvSpPr>
          <p:nvPr>
            <p:ph type="body" idx="1"/>
          </p:nvPr>
        </p:nvSpPr>
        <p:spPr>
          <a:xfrm>
            <a:off x="1327390" y="9306903"/>
            <a:ext cx="14283136" cy="4803375"/>
          </a:xfrm>
        </p:spPr>
        <p:txBody>
          <a:bodyPr anchor="b"/>
          <a:lstStyle>
            <a:lvl1pPr marL="0" indent="0">
              <a:buNone/>
              <a:defRPr sz="2324"/>
            </a:lvl1pPr>
            <a:lvl2pPr marL="531112" indent="0">
              <a:buNone/>
              <a:defRPr sz="2091"/>
            </a:lvl2pPr>
            <a:lvl3pPr marL="1062224" indent="0">
              <a:buNone/>
              <a:defRPr sz="1859"/>
            </a:lvl3pPr>
            <a:lvl4pPr marL="1593335" indent="0">
              <a:buNone/>
              <a:defRPr sz="1628"/>
            </a:lvl4pPr>
            <a:lvl5pPr marL="2124448" indent="0">
              <a:buNone/>
              <a:defRPr sz="1628"/>
            </a:lvl5pPr>
            <a:lvl6pPr marL="2655560" indent="0">
              <a:buNone/>
              <a:defRPr sz="1628"/>
            </a:lvl6pPr>
            <a:lvl7pPr marL="3186670" indent="0">
              <a:buNone/>
              <a:defRPr sz="1628"/>
            </a:lvl7pPr>
            <a:lvl8pPr marL="3717783" indent="0">
              <a:buNone/>
              <a:defRPr sz="1628"/>
            </a:lvl8pPr>
            <a:lvl9pPr marL="4248893" indent="0">
              <a:buNone/>
              <a:defRPr sz="1628"/>
            </a:lvl9pPr>
          </a:lstStyle>
          <a:p>
            <a:pPr lvl="0"/>
            <a:r>
              <a:rPr lang="en-US"/>
              <a:t>Click to edit Master text styles</a:t>
            </a:r>
          </a:p>
        </p:txBody>
      </p:sp>
      <p:sp>
        <p:nvSpPr>
          <p:cNvPr id="6" name="Rectangle 6"/>
          <p:cNvSpPr>
            <a:spLocks noGrp="1" noChangeArrowheads="1"/>
          </p:cNvSpPr>
          <p:nvPr>
            <p:ph type="sldNum" sz="quarter" idx="12"/>
          </p:nvPr>
        </p:nvSpPr>
        <p:spPr>
          <a:ln/>
        </p:spPr>
        <p:txBody>
          <a:bodyPr/>
          <a:lstStyle>
            <a:lvl1pPr>
              <a:defRPr/>
            </a:lvl1pPr>
          </a:lstStyle>
          <a:p>
            <a:fld id="{7DBCCD5A-69F8-7C44-8AF6-D041C925865F}" type="slidenum">
              <a:rPr lang="en-AU" altLang="x-none"/>
              <a:pPr/>
              <a:t>‹#›</a:t>
            </a:fld>
            <a:endParaRPr lang="en-AU" altLang="x-none"/>
          </a:p>
        </p:txBody>
      </p:sp>
      <p:sp>
        <p:nvSpPr>
          <p:cNvPr id="9" name="Rectangle 5">
            <a:extLst>
              <a:ext uri="{FF2B5EF4-FFF2-40B4-BE49-F238E27FC236}">
                <a16:creationId xmlns:a16="http://schemas.microsoft.com/office/drawing/2014/main" id="{2E7497BF-ED2A-418D-B699-21826AD41DF5}"/>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7" name="Rectangle 4">
            <a:extLst>
              <a:ext uri="{FF2B5EF4-FFF2-40B4-BE49-F238E27FC236}">
                <a16:creationId xmlns:a16="http://schemas.microsoft.com/office/drawing/2014/main" id="{91933A55-41F1-4789-9A28-489AE34C34C9}"/>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124088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Content Placeholder 2"/>
          <p:cNvSpPr>
            <a:spLocks noGrp="1"/>
          </p:cNvSpPr>
          <p:nvPr>
            <p:ph sz="half" idx="1"/>
          </p:nvPr>
        </p:nvSpPr>
        <p:spPr>
          <a:xfrm>
            <a:off x="840201" y="6135182"/>
            <a:ext cx="7421628" cy="13479962"/>
          </a:xfrm>
        </p:spPr>
        <p:txBody>
          <a:bodyPr/>
          <a:lstStyle>
            <a:lvl1pPr>
              <a:defRPr sz="3252"/>
            </a:lvl1pPr>
            <a:lvl2pPr>
              <a:defRPr sz="2788"/>
            </a:lvl2pPr>
            <a:lvl3pPr>
              <a:defRPr sz="2324"/>
            </a:lvl3pPr>
            <a:lvl4pPr>
              <a:defRPr sz="2091"/>
            </a:lvl4pPr>
            <a:lvl5pPr>
              <a:defRPr sz="2091"/>
            </a:lvl5pPr>
            <a:lvl6pPr>
              <a:defRPr sz="2091"/>
            </a:lvl6pPr>
            <a:lvl7pPr>
              <a:defRPr sz="2091"/>
            </a:lvl7pPr>
            <a:lvl8pPr>
              <a:defRPr sz="2091"/>
            </a:lvl8pPr>
            <a:lvl9pPr>
              <a:defRPr sz="2091"/>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8541897" y="6135182"/>
            <a:ext cx="7421628" cy="13479962"/>
          </a:xfrm>
        </p:spPr>
        <p:txBody>
          <a:bodyPr/>
          <a:lstStyle>
            <a:lvl1pPr>
              <a:defRPr sz="3252"/>
            </a:lvl1pPr>
            <a:lvl2pPr>
              <a:defRPr sz="2788"/>
            </a:lvl2pPr>
            <a:lvl3pPr>
              <a:defRPr sz="2324"/>
            </a:lvl3pPr>
            <a:lvl4pPr>
              <a:defRPr sz="2091"/>
            </a:lvl4pPr>
            <a:lvl5pPr>
              <a:defRPr sz="2091"/>
            </a:lvl5pPr>
            <a:lvl6pPr>
              <a:defRPr sz="2091"/>
            </a:lvl6pPr>
            <a:lvl7pPr>
              <a:defRPr sz="2091"/>
            </a:lvl7pPr>
            <a:lvl8pPr>
              <a:defRPr sz="2091"/>
            </a:lvl8pPr>
            <a:lvl9pPr>
              <a:defRPr sz="20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6"/>
          <p:cNvSpPr>
            <a:spLocks noGrp="1" noChangeArrowheads="1"/>
          </p:cNvSpPr>
          <p:nvPr>
            <p:ph type="sldNum" sz="quarter" idx="12"/>
          </p:nvPr>
        </p:nvSpPr>
        <p:spPr>
          <a:ln/>
        </p:spPr>
        <p:txBody>
          <a:bodyPr/>
          <a:lstStyle>
            <a:lvl1pPr>
              <a:defRPr/>
            </a:lvl1pPr>
          </a:lstStyle>
          <a:p>
            <a:fld id="{7B974F2B-9D21-E245-9AF4-6B0C0FFEE9E0}" type="slidenum">
              <a:rPr lang="en-AU" altLang="x-none"/>
              <a:pPr/>
              <a:t>‹#›</a:t>
            </a:fld>
            <a:endParaRPr lang="en-AU" altLang="x-none"/>
          </a:p>
        </p:txBody>
      </p:sp>
      <p:sp>
        <p:nvSpPr>
          <p:cNvPr id="10" name="Rectangle 5">
            <a:extLst>
              <a:ext uri="{FF2B5EF4-FFF2-40B4-BE49-F238E27FC236}">
                <a16:creationId xmlns:a16="http://schemas.microsoft.com/office/drawing/2014/main" id="{165F1A9B-F357-4034-96C2-8F154B0E6529}"/>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9" name="Rectangle 4">
            <a:extLst>
              <a:ext uri="{FF2B5EF4-FFF2-40B4-BE49-F238E27FC236}">
                <a16:creationId xmlns:a16="http://schemas.microsoft.com/office/drawing/2014/main" id="{960E1726-0DFA-49F3-80D5-F017C1A46BC9}"/>
              </a:ext>
            </a:extLst>
          </p:cNvPr>
          <p:cNvSpPr>
            <a:spLocks noGrp="1" noChangeArrowheads="1"/>
          </p:cNvSpPr>
          <p:nvPr>
            <p:ph type="dt" sz="half" idx="13"/>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3145111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219" y="1756813"/>
            <a:ext cx="15123324" cy="3659719"/>
          </a:xfrm>
        </p:spPr>
        <p:txBody>
          <a:bodyPr/>
          <a:lstStyle>
            <a:lvl1pPr>
              <a:defRPr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Text Placeholder 2"/>
          <p:cNvSpPr>
            <a:spLocks noGrp="1"/>
          </p:cNvSpPr>
          <p:nvPr>
            <p:ph type="body" idx="1"/>
          </p:nvPr>
        </p:nvSpPr>
        <p:spPr>
          <a:xfrm>
            <a:off x="840215" y="5856652"/>
            <a:ext cx="7424541" cy="2048429"/>
          </a:xfrm>
        </p:spPr>
        <p:txBody>
          <a:bodyPr anchor="b"/>
          <a:lstStyle>
            <a:lvl1pPr marL="0" indent="0">
              <a:buNone/>
              <a:defRPr sz="2788" b="1"/>
            </a:lvl1pPr>
            <a:lvl2pPr marL="531112" indent="0">
              <a:buNone/>
              <a:defRPr sz="2324" b="1"/>
            </a:lvl2pPr>
            <a:lvl3pPr marL="1062224" indent="0">
              <a:buNone/>
              <a:defRPr sz="2091" b="1"/>
            </a:lvl3pPr>
            <a:lvl4pPr marL="1593335" indent="0">
              <a:buNone/>
              <a:defRPr sz="1859" b="1"/>
            </a:lvl4pPr>
            <a:lvl5pPr marL="2124448" indent="0">
              <a:buNone/>
              <a:defRPr sz="1859" b="1"/>
            </a:lvl5pPr>
            <a:lvl6pPr marL="2655560" indent="0">
              <a:buNone/>
              <a:defRPr sz="1859" b="1"/>
            </a:lvl6pPr>
            <a:lvl7pPr marL="3186670" indent="0">
              <a:buNone/>
              <a:defRPr sz="1859" b="1"/>
            </a:lvl7pPr>
            <a:lvl8pPr marL="3717783" indent="0">
              <a:buNone/>
              <a:defRPr sz="1859" b="1"/>
            </a:lvl8pPr>
            <a:lvl9pPr marL="4248893" indent="0">
              <a:buNone/>
              <a:defRPr sz="1859" b="1"/>
            </a:lvl9pPr>
          </a:lstStyle>
          <a:p>
            <a:pPr lvl="0"/>
            <a:r>
              <a:rPr lang="en-US"/>
              <a:t>Click to edit Master text styles</a:t>
            </a:r>
          </a:p>
        </p:txBody>
      </p:sp>
      <p:sp>
        <p:nvSpPr>
          <p:cNvPr id="4" name="Content Placeholder 3"/>
          <p:cNvSpPr>
            <a:spLocks noGrp="1"/>
          </p:cNvSpPr>
          <p:nvPr>
            <p:ph sz="half" idx="2"/>
          </p:nvPr>
        </p:nvSpPr>
        <p:spPr>
          <a:xfrm>
            <a:off x="840215" y="7857538"/>
            <a:ext cx="7424541" cy="12651443"/>
          </a:xfrm>
        </p:spPr>
        <p:txBody>
          <a:bodyPr/>
          <a:lstStyle>
            <a:lvl1pPr>
              <a:defRPr sz="2788"/>
            </a:lvl1pPr>
            <a:lvl2pPr>
              <a:defRPr sz="2324"/>
            </a:lvl2pPr>
            <a:lvl3pPr>
              <a:defRPr sz="2091"/>
            </a:lvl3pPr>
            <a:lvl4pPr>
              <a:defRPr sz="1859"/>
            </a:lvl4pPr>
            <a:lvl5pPr>
              <a:defRPr sz="1859"/>
            </a:lvl5pPr>
            <a:lvl6pPr>
              <a:defRPr sz="1859"/>
            </a:lvl6pPr>
            <a:lvl7pPr>
              <a:defRPr sz="1859"/>
            </a:lvl7pPr>
            <a:lvl8pPr>
              <a:defRPr sz="1859"/>
            </a:lvl8pPr>
            <a:lvl9pPr>
              <a:defRPr sz="185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8536089" y="5856652"/>
            <a:ext cx="7427460" cy="2048429"/>
          </a:xfrm>
        </p:spPr>
        <p:txBody>
          <a:bodyPr anchor="b"/>
          <a:lstStyle>
            <a:lvl1pPr marL="0" indent="0">
              <a:buNone/>
              <a:defRPr sz="2788" b="1"/>
            </a:lvl1pPr>
            <a:lvl2pPr marL="531112" indent="0">
              <a:buNone/>
              <a:defRPr sz="2324" b="1"/>
            </a:lvl2pPr>
            <a:lvl3pPr marL="1062224" indent="0">
              <a:buNone/>
              <a:defRPr sz="2091" b="1"/>
            </a:lvl3pPr>
            <a:lvl4pPr marL="1593335" indent="0">
              <a:buNone/>
              <a:defRPr sz="1859" b="1"/>
            </a:lvl4pPr>
            <a:lvl5pPr marL="2124448" indent="0">
              <a:buNone/>
              <a:defRPr sz="1859" b="1"/>
            </a:lvl5pPr>
            <a:lvl6pPr marL="2655560" indent="0">
              <a:buNone/>
              <a:defRPr sz="1859" b="1"/>
            </a:lvl6pPr>
            <a:lvl7pPr marL="3186670" indent="0">
              <a:buNone/>
              <a:defRPr sz="1859" b="1"/>
            </a:lvl7pPr>
            <a:lvl8pPr marL="3717783" indent="0">
              <a:buNone/>
              <a:defRPr sz="1859" b="1"/>
            </a:lvl8pPr>
            <a:lvl9pPr marL="4248893" indent="0">
              <a:buNone/>
              <a:defRPr sz="1859" b="1"/>
            </a:lvl9pPr>
          </a:lstStyle>
          <a:p>
            <a:pPr lvl="0"/>
            <a:r>
              <a:rPr lang="en-US"/>
              <a:t>Click to edit Master text styles</a:t>
            </a:r>
          </a:p>
        </p:txBody>
      </p:sp>
      <p:sp>
        <p:nvSpPr>
          <p:cNvPr id="6" name="Content Placeholder 5"/>
          <p:cNvSpPr>
            <a:spLocks noGrp="1"/>
          </p:cNvSpPr>
          <p:nvPr>
            <p:ph sz="quarter" idx="4"/>
          </p:nvPr>
        </p:nvSpPr>
        <p:spPr>
          <a:xfrm>
            <a:off x="8536089" y="7857538"/>
            <a:ext cx="7427460" cy="12651443"/>
          </a:xfrm>
        </p:spPr>
        <p:txBody>
          <a:bodyPr/>
          <a:lstStyle>
            <a:lvl1pPr>
              <a:defRPr sz="2788"/>
            </a:lvl1pPr>
            <a:lvl2pPr>
              <a:defRPr sz="2324"/>
            </a:lvl2pPr>
            <a:lvl3pPr>
              <a:defRPr sz="2091"/>
            </a:lvl3pPr>
            <a:lvl4pPr>
              <a:defRPr sz="1859"/>
            </a:lvl4pPr>
            <a:lvl5pPr>
              <a:defRPr sz="1859"/>
            </a:lvl5pPr>
            <a:lvl6pPr>
              <a:defRPr sz="1859"/>
            </a:lvl6pPr>
            <a:lvl7pPr>
              <a:defRPr sz="1859"/>
            </a:lvl7pPr>
            <a:lvl8pPr>
              <a:defRPr sz="1859"/>
            </a:lvl8pPr>
            <a:lvl9pPr>
              <a:defRPr sz="185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Rectangle 6"/>
          <p:cNvSpPr>
            <a:spLocks noGrp="1" noChangeArrowheads="1"/>
          </p:cNvSpPr>
          <p:nvPr>
            <p:ph type="sldNum" sz="quarter" idx="12"/>
          </p:nvPr>
        </p:nvSpPr>
        <p:spPr>
          <a:ln/>
        </p:spPr>
        <p:txBody>
          <a:bodyPr/>
          <a:lstStyle>
            <a:lvl1pPr>
              <a:defRPr/>
            </a:lvl1pPr>
          </a:lstStyle>
          <a:p>
            <a:fld id="{C0DAB902-158A-EA4A-9B29-A91032638C0C}" type="slidenum">
              <a:rPr lang="en-AU" altLang="x-none"/>
              <a:pPr/>
              <a:t>‹#›</a:t>
            </a:fld>
            <a:endParaRPr lang="en-AU" altLang="x-none"/>
          </a:p>
        </p:txBody>
      </p:sp>
      <p:sp>
        <p:nvSpPr>
          <p:cNvPr id="12" name="Rectangle 5">
            <a:extLst>
              <a:ext uri="{FF2B5EF4-FFF2-40B4-BE49-F238E27FC236}">
                <a16:creationId xmlns:a16="http://schemas.microsoft.com/office/drawing/2014/main" id="{84CAFC6A-B699-455B-8792-A666C8D74952}"/>
              </a:ext>
            </a:extLst>
          </p:cNvPr>
          <p:cNvSpPr>
            <a:spLocks noGrp="1" noChangeArrowheads="1"/>
          </p:cNvSpPr>
          <p:nvPr>
            <p:ph type="ftr" sz="quarter" idx="15"/>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11" name="Rectangle 4">
            <a:extLst>
              <a:ext uri="{FF2B5EF4-FFF2-40B4-BE49-F238E27FC236}">
                <a16:creationId xmlns:a16="http://schemas.microsoft.com/office/drawing/2014/main" id="{A72F43EC-ED9E-4593-AD4E-FF0A72E54703}"/>
              </a:ext>
            </a:extLst>
          </p:cNvPr>
          <p:cNvSpPr>
            <a:spLocks noGrp="1" noChangeArrowheads="1"/>
          </p:cNvSpPr>
          <p:nvPr>
            <p:ph type="dt" sz="half" idx="16"/>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2834443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94B0BE"/>
                </a:solidFill>
                <a:effectLst>
                  <a:outerShdw blurRad="38100" dist="38100" dir="2700000" algn="tl">
                    <a:srgbClr val="000000">
                      <a:alpha val="43137"/>
                    </a:srgbClr>
                  </a:outerShdw>
                </a:effectLst>
              </a:defRPr>
            </a:lvl1pPr>
          </a:lstStyle>
          <a:p>
            <a:r>
              <a:rPr lang="en-US"/>
              <a:t>Click to edit Master title style</a:t>
            </a:r>
            <a:endParaRPr lang="en-AU"/>
          </a:p>
        </p:txBody>
      </p:sp>
      <p:sp>
        <p:nvSpPr>
          <p:cNvPr id="5" name="Rectangle 6"/>
          <p:cNvSpPr>
            <a:spLocks noGrp="1" noChangeArrowheads="1"/>
          </p:cNvSpPr>
          <p:nvPr>
            <p:ph type="sldNum" sz="quarter" idx="12"/>
          </p:nvPr>
        </p:nvSpPr>
        <p:spPr>
          <a:ln/>
        </p:spPr>
        <p:txBody>
          <a:bodyPr/>
          <a:lstStyle>
            <a:lvl1pPr>
              <a:defRPr/>
            </a:lvl1pPr>
          </a:lstStyle>
          <a:p>
            <a:fld id="{53C4A34E-B7E2-AF48-84B4-ABB5E3E903B3}" type="slidenum">
              <a:rPr lang="en-AU" altLang="x-none"/>
              <a:pPr/>
              <a:t>‹#›</a:t>
            </a:fld>
            <a:endParaRPr lang="en-AU" altLang="x-none"/>
          </a:p>
        </p:txBody>
      </p:sp>
      <p:sp>
        <p:nvSpPr>
          <p:cNvPr id="8" name="Rectangle 5">
            <a:extLst>
              <a:ext uri="{FF2B5EF4-FFF2-40B4-BE49-F238E27FC236}">
                <a16:creationId xmlns:a16="http://schemas.microsoft.com/office/drawing/2014/main" id="{ECF8584D-D766-4C7B-AD2F-5F90A7E35DDB}"/>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7" name="Rectangle 4">
            <a:extLst>
              <a:ext uri="{FF2B5EF4-FFF2-40B4-BE49-F238E27FC236}">
                <a16:creationId xmlns:a16="http://schemas.microsoft.com/office/drawing/2014/main" id="{ED9D3966-8BE6-4BEF-A671-2D85C07DBBBE}"/>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1632906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fld id="{F71F18A7-E4DE-1D4E-9EBA-144F41C577F4}" type="slidenum">
              <a:rPr lang="en-AU" altLang="x-none"/>
              <a:pPr/>
              <a:t>‹#›</a:t>
            </a:fld>
            <a:endParaRPr lang="en-AU" altLang="x-none"/>
          </a:p>
        </p:txBody>
      </p:sp>
      <p:sp>
        <p:nvSpPr>
          <p:cNvPr id="7" name="Rectangle 5">
            <a:extLst>
              <a:ext uri="{FF2B5EF4-FFF2-40B4-BE49-F238E27FC236}">
                <a16:creationId xmlns:a16="http://schemas.microsoft.com/office/drawing/2014/main" id="{A47FC6C0-BAFB-460A-B10A-02A70E8E31C5}"/>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6" name="Rectangle 4">
            <a:extLst>
              <a:ext uri="{FF2B5EF4-FFF2-40B4-BE49-F238E27FC236}">
                <a16:creationId xmlns:a16="http://schemas.microsoft.com/office/drawing/2014/main" id="{55862205-2228-4268-916E-AF7C66C478C8}"/>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2411408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209" y="1756809"/>
            <a:ext cx="5528298" cy="3720715"/>
          </a:xfrm>
        </p:spPr>
        <p:txBody>
          <a:bodyPr anchor="b"/>
          <a:lstStyle>
            <a:lvl1pPr algn="l">
              <a:defRPr sz="2324"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Content Placeholder 2"/>
          <p:cNvSpPr>
            <a:spLocks noGrp="1"/>
          </p:cNvSpPr>
          <p:nvPr>
            <p:ph idx="1"/>
          </p:nvPr>
        </p:nvSpPr>
        <p:spPr>
          <a:xfrm>
            <a:off x="6569814" y="2382977"/>
            <a:ext cx="9393725" cy="18740801"/>
          </a:xfrm>
        </p:spPr>
        <p:txBody>
          <a:bodyPr/>
          <a:lstStyle>
            <a:lvl1pPr>
              <a:defRPr sz="3718"/>
            </a:lvl1pPr>
            <a:lvl2pPr>
              <a:defRPr sz="3252"/>
            </a:lvl2pPr>
            <a:lvl3pPr>
              <a:defRPr sz="2788"/>
            </a:lvl3pPr>
            <a:lvl4pPr>
              <a:defRPr sz="2324"/>
            </a:lvl4pPr>
            <a:lvl5pPr>
              <a:defRPr sz="2324"/>
            </a:lvl5pPr>
            <a:lvl6pPr>
              <a:defRPr sz="2324"/>
            </a:lvl6pPr>
            <a:lvl7pPr>
              <a:defRPr sz="2324"/>
            </a:lvl7pPr>
            <a:lvl8pPr>
              <a:defRPr sz="2324"/>
            </a:lvl8pPr>
            <a:lvl9pPr>
              <a:defRPr sz="2324"/>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840209" y="5753215"/>
            <a:ext cx="5528298" cy="15020088"/>
          </a:xfrm>
        </p:spPr>
        <p:txBody>
          <a:bodyPr/>
          <a:lstStyle>
            <a:lvl1pPr marL="0" indent="0">
              <a:buNone/>
              <a:defRPr sz="1628"/>
            </a:lvl1pPr>
            <a:lvl2pPr marL="531112" indent="0">
              <a:buNone/>
              <a:defRPr sz="1392"/>
            </a:lvl2pPr>
            <a:lvl3pPr marL="1062224" indent="0">
              <a:buNone/>
              <a:defRPr sz="1161"/>
            </a:lvl3pPr>
            <a:lvl4pPr marL="1593335" indent="0">
              <a:buNone/>
              <a:defRPr sz="1047"/>
            </a:lvl4pPr>
            <a:lvl5pPr marL="2124448" indent="0">
              <a:buNone/>
              <a:defRPr sz="1047"/>
            </a:lvl5pPr>
            <a:lvl6pPr marL="2655560" indent="0">
              <a:buNone/>
              <a:defRPr sz="1047"/>
            </a:lvl6pPr>
            <a:lvl7pPr marL="3186670" indent="0">
              <a:buNone/>
              <a:defRPr sz="1047"/>
            </a:lvl7pPr>
            <a:lvl8pPr marL="3717783" indent="0">
              <a:buNone/>
              <a:defRPr sz="1047"/>
            </a:lvl8pPr>
            <a:lvl9pPr marL="4248893" indent="0">
              <a:buNone/>
              <a:defRPr sz="1047"/>
            </a:lvl9pPr>
          </a:lstStyle>
          <a:p>
            <a:pPr lvl="0"/>
            <a:r>
              <a:rPr lang="en-US" dirty="0"/>
              <a:t>Click to edit Master text styles</a:t>
            </a:r>
          </a:p>
        </p:txBody>
      </p:sp>
      <p:sp>
        <p:nvSpPr>
          <p:cNvPr id="7" name="Rectangle 6"/>
          <p:cNvSpPr>
            <a:spLocks noGrp="1" noChangeArrowheads="1"/>
          </p:cNvSpPr>
          <p:nvPr>
            <p:ph type="sldNum" sz="quarter" idx="12"/>
          </p:nvPr>
        </p:nvSpPr>
        <p:spPr>
          <a:ln/>
        </p:spPr>
        <p:txBody>
          <a:bodyPr/>
          <a:lstStyle>
            <a:lvl1pPr>
              <a:defRPr/>
            </a:lvl1pPr>
          </a:lstStyle>
          <a:p>
            <a:fld id="{E86A5948-6753-F44D-9810-9C77D3739C96}" type="slidenum">
              <a:rPr lang="en-AU" altLang="x-none"/>
              <a:pPr/>
              <a:t>‹#›</a:t>
            </a:fld>
            <a:endParaRPr lang="en-AU" altLang="x-none"/>
          </a:p>
        </p:txBody>
      </p:sp>
      <p:sp>
        <p:nvSpPr>
          <p:cNvPr id="10" name="Rectangle 5">
            <a:extLst>
              <a:ext uri="{FF2B5EF4-FFF2-40B4-BE49-F238E27FC236}">
                <a16:creationId xmlns:a16="http://schemas.microsoft.com/office/drawing/2014/main" id="{F3FDA881-D401-4C79-B594-C7822736255E}"/>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9" name="Rectangle 4">
            <a:extLst>
              <a:ext uri="{FF2B5EF4-FFF2-40B4-BE49-F238E27FC236}">
                <a16:creationId xmlns:a16="http://schemas.microsoft.com/office/drawing/2014/main" id="{6BB3DBBC-697D-4745-90E1-18977999212E}"/>
              </a:ext>
            </a:extLst>
          </p:cNvPr>
          <p:cNvSpPr>
            <a:spLocks noGrp="1" noChangeArrowheads="1"/>
          </p:cNvSpPr>
          <p:nvPr>
            <p:ph type="dt" sz="half" idx="13"/>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149327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93652" y="16205230"/>
            <a:ext cx="10082213" cy="1814615"/>
          </a:xfrm>
        </p:spPr>
        <p:txBody>
          <a:bodyPr anchor="b"/>
          <a:lstStyle>
            <a:lvl1pPr algn="l">
              <a:defRPr sz="2324"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Picture Placeholder 2"/>
          <p:cNvSpPr>
            <a:spLocks noGrp="1"/>
          </p:cNvSpPr>
          <p:nvPr>
            <p:ph type="pic" idx="1"/>
          </p:nvPr>
        </p:nvSpPr>
        <p:spPr>
          <a:xfrm>
            <a:off x="3293652" y="2722804"/>
            <a:ext cx="10082213" cy="13174980"/>
          </a:xfrm>
        </p:spPr>
        <p:txBody>
          <a:bodyPr/>
          <a:lstStyle>
            <a:lvl1pPr marL="0" indent="0">
              <a:buNone/>
              <a:defRPr sz="3718"/>
            </a:lvl1pPr>
            <a:lvl2pPr marL="531112" indent="0">
              <a:buNone/>
              <a:defRPr sz="3252"/>
            </a:lvl2pPr>
            <a:lvl3pPr marL="1062224" indent="0">
              <a:buNone/>
              <a:defRPr sz="2788"/>
            </a:lvl3pPr>
            <a:lvl4pPr marL="1593335" indent="0">
              <a:buNone/>
              <a:defRPr sz="2324"/>
            </a:lvl4pPr>
            <a:lvl5pPr marL="2124448" indent="0">
              <a:buNone/>
              <a:defRPr sz="2324"/>
            </a:lvl5pPr>
            <a:lvl6pPr marL="2655560" indent="0">
              <a:buNone/>
              <a:defRPr sz="2324"/>
            </a:lvl6pPr>
            <a:lvl7pPr marL="3186670" indent="0">
              <a:buNone/>
              <a:defRPr sz="2324"/>
            </a:lvl7pPr>
            <a:lvl8pPr marL="3717783" indent="0">
              <a:buNone/>
              <a:defRPr sz="2324"/>
            </a:lvl8pPr>
            <a:lvl9pPr marL="4248893" indent="0">
              <a:buNone/>
              <a:defRPr sz="2324"/>
            </a:lvl9pPr>
          </a:lstStyle>
          <a:p>
            <a:pPr lvl="0"/>
            <a:endParaRPr lang="en-AU" noProof="0"/>
          </a:p>
        </p:txBody>
      </p:sp>
      <p:sp>
        <p:nvSpPr>
          <p:cNvPr id="4" name="Text Placeholder 3"/>
          <p:cNvSpPr>
            <a:spLocks noGrp="1"/>
          </p:cNvSpPr>
          <p:nvPr>
            <p:ph type="body" sz="half" idx="2"/>
          </p:nvPr>
        </p:nvSpPr>
        <p:spPr>
          <a:xfrm>
            <a:off x="3293652" y="18239329"/>
            <a:ext cx="10082213" cy="2577060"/>
          </a:xfrm>
        </p:spPr>
        <p:txBody>
          <a:bodyPr/>
          <a:lstStyle>
            <a:lvl1pPr marL="0" indent="0">
              <a:buNone/>
              <a:defRPr sz="1628"/>
            </a:lvl1pPr>
            <a:lvl2pPr marL="531112" indent="0">
              <a:buNone/>
              <a:defRPr sz="1392"/>
            </a:lvl2pPr>
            <a:lvl3pPr marL="1062224" indent="0">
              <a:buNone/>
              <a:defRPr sz="1161"/>
            </a:lvl3pPr>
            <a:lvl4pPr marL="1593335" indent="0">
              <a:buNone/>
              <a:defRPr sz="1047"/>
            </a:lvl4pPr>
            <a:lvl5pPr marL="2124448" indent="0">
              <a:buNone/>
              <a:defRPr sz="1047"/>
            </a:lvl5pPr>
            <a:lvl6pPr marL="2655560" indent="0">
              <a:buNone/>
              <a:defRPr sz="1047"/>
            </a:lvl6pPr>
            <a:lvl7pPr marL="3186670" indent="0">
              <a:buNone/>
              <a:defRPr sz="1047"/>
            </a:lvl7pPr>
            <a:lvl8pPr marL="3717783" indent="0">
              <a:buNone/>
              <a:defRPr sz="1047"/>
            </a:lvl8pPr>
            <a:lvl9pPr marL="4248893" indent="0">
              <a:buNone/>
              <a:defRPr sz="1047"/>
            </a:lvl9pPr>
          </a:lstStyle>
          <a:p>
            <a:pPr lvl="0"/>
            <a:r>
              <a:rPr lang="en-US"/>
              <a:t>Click to edit Master text styles</a:t>
            </a:r>
          </a:p>
        </p:txBody>
      </p:sp>
      <p:sp>
        <p:nvSpPr>
          <p:cNvPr id="7" name="Rectangle 6"/>
          <p:cNvSpPr>
            <a:spLocks noGrp="1" noChangeArrowheads="1"/>
          </p:cNvSpPr>
          <p:nvPr>
            <p:ph type="sldNum" sz="quarter" idx="12"/>
          </p:nvPr>
        </p:nvSpPr>
        <p:spPr>
          <a:ln/>
        </p:spPr>
        <p:txBody>
          <a:bodyPr/>
          <a:lstStyle>
            <a:lvl1pPr>
              <a:defRPr/>
            </a:lvl1pPr>
          </a:lstStyle>
          <a:p>
            <a:fld id="{F73196EC-6DC5-794B-A448-4C35A81CFA13}" type="slidenum">
              <a:rPr lang="en-AU" altLang="x-none"/>
              <a:pPr/>
              <a:t>‹#›</a:t>
            </a:fld>
            <a:endParaRPr lang="en-AU" altLang="x-none"/>
          </a:p>
        </p:txBody>
      </p:sp>
      <p:sp>
        <p:nvSpPr>
          <p:cNvPr id="10" name="Rectangle 5">
            <a:extLst>
              <a:ext uri="{FF2B5EF4-FFF2-40B4-BE49-F238E27FC236}">
                <a16:creationId xmlns:a16="http://schemas.microsoft.com/office/drawing/2014/main" id="{28758C75-A406-4A0A-93A7-0815E4DDA932}"/>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9" name="Rectangle 4">
            <a:extLst>
              <a:ext uri="{FF2B5EF4-FFF2-40B4-BE49-F238E27FC236}">
                <a16:creationId xmlns:a16="http://schemas.microsoft.com/office/drawing/2014/main" id="{069B0606-1881-4BB4-A2A4-A0578F3BBF4F}"/>
              </a:ext>
            </a:extLst>
          </p:cNvPr>
          <p:cNvSpPr>
            <a:spLocks noGrp="1" noChangeArrowheads="1"/>
          </p:cNvSpPr>
          <p:nvPr>
            <p:ph type="dt" sz="half" idx="13"/>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2264329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6"/>
          <p:cNvSpPr>
            <a:spLocks noGrp="1" noChangeArrowheads="1"/>
          </p:cNvSpPr>
          <p:nvPr>
            <p:ph type="sldNum" sz="quarter" idx="12"/>
          </p:nvPr>
        </p:nvSpPr>
        <p:spPr>
          <a:ln/>
        </p:spPr>
        <p:txBody>
          <a:bodyPr/>
          <a:lstStyle>
            <a:lvl1pPr>
              <a:defRPr/>
            </a:lvl1pPr>
          </a:lstStyle>
          <a:p>
            <a:fld id="{FC1DCB3E-CCB0-3549-87EB-2189C6B00A9F}" type="slidenum">
              <a:rPr lang="en-AU" altLang="x-none"/>
              <a:pPr/>
              <a:t>‹#›</a:t>
            </a:fld>
            <a:endParaRPr lang="en-AU" altLang="x-none"/>
          </a:p>
        </p:txBody>
      </p:sp>
      <p:sp>
        <p:nvSpPr>
          <p:cNvPr id="10" name="Rectangle 5">
            <a:extLst>
              <a:ext uri="{FF2B5EF4-FFF2-40B4-BE49-F238E27FC236}">
                <a16:creationId xmlns:a16="http://schemas.microsoft.com/office/drawing/2014/main" id="{1F21E0DE-5C51-4A25-A0BF-E889B9CF4B41}"/>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8" name="Rectangle 4">
            <a:extLst>
              <a:ext uri="{FF2B5EF4-FFF2-40B4-BE49-F238E27FC236}">
                <a16:creationId xmlns:a16="http://schemas.microsoft.com/office/drawing/2014/main" id="{FD9AF333-B590-4CC9-B6B1-50D13ED47766}"/>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284013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200218" y="2450002"/>
            <a:ext cx="3783748" cy="17165086"/>
          </a:xfrm>
        </p:spPr>
        <p:txBody>
          <a:bodyPr vert="eaVert"/>
          <a:lstStyle>
            <a:lvl1pPr>
              <a:defRPr b="1">
                <a:solidFill>
                  <a:srgbClr val="94B0BE"/>
                </a:solidFill>
                <a:effectLst>
                  <a:outerShdw blurRad="38100" dist="38100" dir="2700000" algn="tl">
                    <a:srgbClr val="000000">
                      <a:alpha val="43137"/>
                    </a:srgbClr>
                  </a:outerShdw>
                </a:effectLst>
              </a:defRPr>
            </a:lvl1pPr>
          </a:lstStyle>
          <a:p>
            <a:r>
              <a:rPr lang="en-US" dirty="0"/>
              <a:t>Click to edit Master title style</a:t>
            </a:r>
            <a:endParaRPr lang="en-AU" dirty="0"/>
          </a:p>
        </p:txBody>
      </p:sp>
      <p:sp>
        <p:nvSpPr>
          <p:cNvPr id="3" name="Vertical Text Placeholder 2"/>
          <p:cNvSpPr>
            <a:spLocks noGrp="1"/>
          </p:cNvSpPr>
          <p:nvPr>
            <p:ph type="body" orient="vert" idx="1"/>
          </p:nvPr>
        </p:nvSpPr>
        <p:spPr>
          <a:xfrm>
            <a:off x="840210" y="2450002"/>
            <a:ext cx="11079931" cy="1716508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6"/>
          <p:cNvSpPr>
            <a:spLocks noGrp="1" noChangeArrowheads="1"/>
          </p:cNvSpPr>
          <p:nvPr>
            <p:ph type="sldNum" sz="quarter" idx="12"/>
          </p:nvPr>
        </p:nvSpPr>
        <p:spPr>
          <a:ln/>
        </p:spPr>
        <p:txBody>
          <a:bodyPr/>
          <a:lstStyle>
            <a:lvl1pPr>
              <a:defRPr/>
            </a:lvl1pPr>
          </a:lstStyle>
          <a:p>
            <a:fld id="{3784F347-27A3-634B-A002-03B5F6948862}" type="slidenum">
              <a:rPr lang="en-AU" altLang="x-none"/>
              <a:pPr/>
              <a:t>‹#›</a:t>
            </a:fld>
            <a:endParaRPr lang="en-AU" altLang="x-none"/>
          </a:p>
        </p:txBody>
      </p:sp>
      <p:sp>
        <p:nvSpPr>
          <p:cNvPr id="9" name="Rectangle 5">
            <a:extLst>
              <a:ext uri="{FF2B5EF4-FFF2-40B4-BE49-F238E27FC236}">
                <a16:creationId xmlns:a16="http://schemas.microsoft.com/office/drawing/2014/main" id="{A01872F0-E98F-47CD-8B11-9B68CC039D36}"/>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8" name="Rectangle 4">
            <a:extLst>
              <a:ext uri="{FF2B5EF4-FFF2-40B4-BE49-F238E27FC236}">
                <a16:creationId xmlns:a16="http://schemas.microsoft.com/office/drawing/2014/main" id="{BCD2FE86-612C-4F5C-872A-C76BF21EB1D9}"/>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935332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_1">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781838" y="1592659"/>
            <a:ext cx="11246563" cy="16905777"/>
          </a:xfrm>
        </p:spPr>
        <p:txBody>
          <a:bodyPr/>
          <a:lstStyle>
            <a:lvl1pPr>
              <a:lnSpc>
                <a:spcPct val="80000"/>
              </a:lnSpc>
              <a:spcBef>
                <a:spcPts val="0"/>
              </a:spcBef>
              <a:spcAft>
                <a:spcPts val="2977"/>
              </a:spcAft>
              <a:defRPr sz="6720" cap="all" baseline="0"/>
            </a:lvl1pPr>
            <a:lvl2pPr>
              <a:defRPr sz="1891">
                <a:solidFill>
                  <a:schemeClr val="accent1"/>
                </a:solidFill>
              </a:defRPr>
            </a:lvl2pPr>
          </a:lstStyle>
          <a:p>
            <a:pPr lvl="0"/>
            <a:r>
              <a:rPr lang="en-US"/>
              <a:t>Click to edit Master text styles</a:t>
            </a:r>
          </a:p>
          <a:p>
            <a:pPr lvl="1"/>
            <a:r>
              <a:rPr lang="en-US"/>
              <a:t>Second level</a:t>
            </a:r>
          </a:p>
        </p:txBody>
      </p:sp>
      <p:pic>
        <p:nvPicPr>
          <p:cNvPr id="3" name="Picture 2">
            <a:extLst>
              <a:ext uri="{FF2B5EF4-FFF2-40B4-BE49-F238E27FC236}">
                <a16:creationId xmlns:a16="http://schemas.microsoft.com/office/drawing/2014/main" id="{31CF2DE4-041E-4BF5-94AD-547B9531C8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827701" y="13"/>
            <a:ext cx="3197354" cy="21958300"/>
          </a:xfrm>
          <a:prstGeom prst="rect">
            <a:avLst/>
          </a:prstGeom>
        </p:spPr>
      </p:pic>
      <p:sp>
        <p:nvSpPr>
          <p:cNvPr id="10" name="Date Placeholder 9">
            <a:extLst>
              <a:ext uri="{FF2B5EF4-FFF2-40B4-BE49-F238E27FC236}">
                <a16:creationId xmlns:a16="http://schemas.microsoft.com/office/drawing/2014/main" id="{B2936A4F-F7DE-49D6-A89B-E2C20C936408}"/>
              </a:ext>
            </a:extLst>
          </p:cNvPr>
          <p:cNvSpPr>
            <a:spLocks noGrp="1"/>
          </p:cNvSpPr>
          <p:nvPr>
            <p:ph type="dt" sz="half" idx="14"/>
          </p:nvPr>
        </p:nvSpPr>
        <p:spPr>
          <a:xfrm>
            <a:off x="14885163" y="20978537"/>
            <a:ext cx="1323125" cy="461067"/>
          </a:xfrm>
        </p:spPr>
        <p:txBody>
          <a:bodyPr/>
          <a:lstStyle>
            <a:lvl1pPr>
              <a:defRPr/>
            </a:lvl1pPr>
          </a:lstStyle>
          <a:p>
            <a:r>
              <a:rPr lang="en-US"/>
              <a:t>01.06.2022</a:t>
            </a:r>
            <a:endParaRPr lang="en-AU" dirty="0"/>
          </a:p>
        </p:txBody>
      </p:sp>
      <p:sp>
        <p:nvSpPr>
          <p:cNvPr id="12" name="Slide Number Placeholder 11">
            <a:extLst>
              <a:ext uri="{FF2B5EF4-FFF2-40B4-BE49-F238E27FC236}">
                <a16:creationId xmlns:a16="http://schemas.microsoft.com/office/drawing/2014/main" id="{C7AC6B5D-D43E-4FC2-8560-595880442F81}"/>
              </a:ext>
            </a:extLst>
          </p:cNvPr>
          <p:cNvSpPr>
            <a:spLocks noGrp="1"/>
          </p:cNvSpPr>
          <p:nvPr>
            <p:ph type="sldNum" sz="quarter" idx="16"/>
          </p:nvPr>
        </p:nvSpPr>
        <p:spPr/>
        <p:txBody>
          <a:bodyPr/>
          <a:lstStyle/>
          <a:p>
            <a:pPr algn="l"/>
            <a:fld id="{10A01DC5-1685-4615-8240-15192985C6A2}" type="slidenum">
              <a:rPr lang="en-AU" smtClean="0"/>
              <a:pPr/>
              <a:t>‹#›</a:t>
            </a:fld>
            <a:endParaRPr lang="en-AU" dirty="0"/>
          </a:p>
        </p:txBody>
      </p:sp>
      <p:sp>
        <p:nvSpPr>
          <p:cNvPr id="13" name="Footer Placeholder 4">
            <a:extLst>
              <a:ext uri="{FF2B5EF4-FFF2-40B4-BE49-F238E27FC236}">
                <a16:creationId xmlns:a16="http://schemas.microsoft.com/office/drawing/2014/main" id="{BD532A76-79DE-4C16-A812-DA07143E8B1B}"/>
              </a:ext>
            </a:extLst>
          </p:cNvPr>
          <p:cNvSpPr>
            <a:spLocks noGrp="1"/>
          </p:cNvSpPr>
          <p:nvPr>
            <p:ph type="ftr" sz="quarter" idx="17"/>
          </p:nvPr>
        </p:nvSpPr>
        <p:spPr>
          <a:xfrm>
            <a:off x="2045595" y="20978537"/>
            <a:ext cx="9923438" cy="461067"/>
          </a:xfrm>
        </p:spPr>
        <p:txBody>
          <a:bodyPr/>
          <a:lstStyle/>
          <a:p>
            <a:r>
              <a:rPr lang="en-US"/>
              <a:t>ANU SCHOOL OF COMPUTING   |   CAMS 2022</a:t>
            </a:r>
            <a:endParaRPr lang="en-AU" dirty="0"/>
          </a:p>
        </p:txBody>
      </p:sp>
    </p:spTree>
    <p:extLst>
      <p:ext uri="{BB962C8B-B14F-4D97-AF65-F5344CB8AC3E}">
        <p14:creationId xmlns:p14="http://schemas.microsoft.com/office/powerpoint/2010/main" val="3701233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_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2381625" y="1592660"/>
            <a:ext cx="13826655" cy="13977268"/>
          </a:xfrm>
        </p:spPr>
        <p:txBody>
          <a:bodyPr/>
          <a:lstStyle>
            <a:lvl1pPr>
              <a:lnSpc>
                <a:spcPct val="80000"/>
              </a:lnSpc>
              <a:spcBef>
                <a:spcPts val="0"/>
              </a:spcBef>
              <a:spcAft>
                <a:spcPts val="2977"/>
              </a:spcAft>
              <a:defRPr sz="6720" cap="all" baseline="0"/>
            </a:lvl1pPr>
            <a:lvl2pPr>
              <a:defRPr sz="1891">
                <a:solidFill>
                  <a:schemeClr val="accent1"/>
                </a:solidFill>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B46A049C-4F69-43AF-8C8B-0B56DA46CD4A}"/>
              </a:ext>
            </a:extLst>
          </p:cNvPr>
          <p:cNvSpPr>
            <a:spLocks noGrp="1"/>
          </p:cNvSpPr>
          <p:nvPr>
            <p:ph type="pic" sz="quarter" idx="14"/>
          </p:nvPr>
        </p:nvSpPr>
        <p:spPr>
          <a:xfrm>
            <a:off x="8401848" y="9375023"/>
            <a:ext cx="7806438" cy="11065600"/>
          </a:xfrm>
        </p:spPr>
        <p:txBody>
          <a:bodyPr/>
          <a:lstStyle/>
          <a:p>
            <a:r>
              <a:rPr lang="en-US"/>
              <a:t>Click icon to add picture</a:t>
            </a:r>
            <a:endParaRPr lang="en-AU"/>
          </a:p>
        </p:txBody>
      </p:sp>
      <p:pic>
        <p:nvPicPr>
          <p:cNvPr id="4" name="Picture 3">
            <a:extLst>
              <a:ext uri="{FF2B5EF4-FFF2-40B4-BE49-F238E27FC236}">
                <a16:creationId xmlns:a16="http://schemas.microsoft.com/office/drawing/2014/main" id="{CE016D78-DDBA-43AD-919C-745325FCB7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3997" y="13"/>
            <a:ext cx="3197354" cy="21958300"/>
          </a:xfrm>
          <a:prstGeom prst="rect">
            <a:avLst/>
          </a:prstGeom>
        </p:spPr>
      </p:pic>
      <p:sp>
        <p:nvSpPr>
          <p:cNvPr id="6" name="Slide Number Placeholder 5">
            <a:extLst>
              <a:ext uri="{FF2B5EF4-FFF2-40B4-BE49-F238E27FC236}">
                <a16:creationId xmlns:a16="http://schemas.microsoft.com/office/drawing/2014/main" id="{8E68A877-4938-4A74-9E37-EC59DC77A64A}"/>
              </a:ext>
            </a:extLst>
          </p:cNvPr>
          <p:cNvSpPr>
            <a:spLocks noGrp="1"/>
          </p:cNvSpPr>
          <p:nvPr>
            <p:ph type="sldNum" sz="quarter" idx="17"/>
          </p:nvPr>
        </p:nvSpPr>
        <p:spPr/>
        <p:txBody>
          <a:bodyPr/>
          <a:lstStyle/>
          <a:p>
            <a:pPr algn="l"/>
            <a:fld id="{10A01DC5-1685-4615-8240-15192985C6A2}" type="slidenum">
              <a:rPr lang="en-AU" smtClean="0"/>
              <a:pPr/>
              <a:t>‹#›</a:t>
            </a:fld>
            <a:endParaRPr lang="en-AU" dirty="0"/>
          </a:p>
        </p:txBody>
      </p:sp>
      <p:sp>
        <p:nvSpPr>
          <p:cNvPr id="11" name="Footer Placeholder 4">
            <a:extLst>
              <a:ext uri="{FF2B5EF4-FFF2-40B4-BE49-F238E27FC236}">
                <a16:creationId xmlns:a16="http://schemas.microsoft.com/office/drawing/2014/main" id="{72E4B489-EA62-BFFC-C731-3F5FC101F023}"/>
              </a:ext>
            </a:extLst>
          </p:cNvPr>
          <p:cNvSpPr>
            <a:spLocks noGrp="1"/>
          </p:cNvSpPr>
          <p:nvPr>
            <p:ph type="ftr" sz="quarter" idx="19"/>
          </p:nvPr>
        </p:nvSpPr>
        <p:spPr>
          <a:xfrm>
            <a:off x="2045595" y="20978537"/>
            <a:ext cx="9923438" cy="461067"/>
          </a:xfrm>
        </p:spPr>
        <p:txBody>
          <a:bodyPr/>
          <a:lstStyle/>
          <a:p>
            <a:r>
              <a:rPr lang="en-US"/>
              <a:t>ANU SCHOOL OF COMPUTING   |   CAMS 2022</a:t>
            </a:r>
            <a:endParaRPr lang="en-AU" dirty="0"/>
          </a:p>
        </p:txBody>
      </p:sp>
      <p:sp>
        <p:nvSpPr>
          <p:cNvPr id="12" name="Date Placeholder 9">
            <a:extLst>
              <a:ext uri="{FF2B5EF4-FFF2-40B4-BE49-F238E27FC236}">
                <a16:creationId xmlns:a16="http://schemas.microsoft.com/office/drawing/2014/main" id="{E0442043-246D-8E94-3B8D-803F7FEE3F0F}"/>
              </a:ext>
            </a:extLst>
          </p:cNvPr>
          <p:cNvSpPr>
            <a:spLocks noGrp="1"/>
          </p:cNvSpPr>
          <p:nvPr>
            <p:ph type="dt" sz="half" idx="20"/>
          </p:nvPr>
        </p:nvSpPr>
        <p:spPr>
          <a:xfrm>
            <a:off x="14885163" y="20978537"/>
            <a:ext cx="1323125" cy="461067"/>
          </a:xfrm>
        </p:spPr>
        <p:txBody>
          <a:bodyPr/>
          <a:lstStyle>
            <a:lvl1pPr>
              <a:defRPr/>
            </a:lvl1pPr>
          </a:lstStyle>
          <a:p>
            <a:r>
              <a:rPr lang="en-US"/>
              <a:t>01.06.2022</a:t>
            </a:r>
            <a:endParaRPr lang="en-AU" dirty="0"/>
          </a:p>
        </p:txBody>
      </p:sp>
    </p:spTree>
    <p:extLst>
      <p:ext uri="{BB962C8B-B14F-4D97-AF65-F5344CB8AC3E}">
        <p14:creationId xmlns:p14="http://schemas.microsoft.com/office/powerpoint/2010/main" val="3300570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Black">
    <p:spTree>
      <p:nvGrpSpPr>
        <p:cNvPr id="1" name=""/>
        <p:cNvGrpSpPr/>
        <p:nvPr/>
      </p:nvGrpSpPr>
      <p:grpSpPr>
        <a:xfrm>
          <a:off x="0" y="0"/>
          <a:ext cx="0" cy="0"/>
          <a:chOff x="0" y="0"/>
          <a:chExt cx="0" cy="0"/>
        </a:xfrm>
      </p:grpSpPr>
      <p:sp>
        <p:nvSpPr>
          <p:cNvPr id="2" name="Title 1"/>
          <p:cNvSpPr>
            <a:spLocks noGrp="1"/>
          </p:cNvSpPr>
          <p:nvPr>
            <p:ph type="title"/>
          </p:nvPr>
        </p:nvSpPr>
        <p:spPr>
          <a:xfrm>
            <a:off x="4498627" y="1383211"/>
            <a:ext cx="11577346" cy="9134043"/>
          </a:xfrm>
        </p:spPr>
        <p:txBody>
          <a:bodyPr anchor="t">
            <a:normAutofit/>
          </a:bodyPr>
          <a:lstStyle>
            <a:lvl1pPr>
              <a:lnSpc>
                <a:spcPct val="80000"/>
              </a:lnSpc>
              <a:defRPr sz="6720" cap="all" baseline="0"/>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en-US"/>
              <a:t>ANU SCHOOL OF COMPUTING   |   CAMS 2022</a:t>
            </a:r>
            <a:endParaRPr lang="en-AU"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595412" y="1383213"/>
            <a:ext cx="3364082" cy="7719293"/>
          </a:xfrm>
        </p:spPr>
        <p:txBody>
          <a:bodyPr/>
          <a:lstStyle>
            <a:lvl1pPr>
              <a:lnSpc>
                <a:spcPct val="80000"/>
              </a:lnSpc>
              <a:spcAft>
                <a:spcPts val="0"/>
              </a:spcAft>
              <a:defRPr sz="6720">
                <a:solidFill>
                  <a:schemeClr val="accent1"/>
                </a:solidFill>
              </a:defRPr>
            </a:lvl1pPr>
            <a:lvl2pPr>
              <a:defRPr sz="6720">
                <a:solidFill>
                  <a:schemeClr val="accent1"/>
                </a:solidFill>
              </a:defRPr>
            </a:lvl2pPr>
            <a:lvl3pPr>
              <a:defRPr sz="6720">
                <a:solidFill>
                  <a:schemeClr val="accent1"/>
                </a:solidFill>
              </a:defRPr>
            </a:lvl3pPr>
            <a:lvl4pPr>
              <a:defRPr sz="6720">
                <a:solidFill>
                  <a:schemeClr val="accent1"/>
                </a:solidFill>
              </a:defRPr>
            </a:lvl4pPr>
            <a:lvl5pPr>
              <a:defRPr sz="6720">
                <a:solidFill>
                  <a:schemeClr val="accent1"/>
                </a:solidFill>
              </a:defRPr>
            </a:lvl5pPr>
          </a:lstStyle>
          <a:p>
            <a:pPr lvl="0"/>
            <a:r>
              <a:rPr lang="en-US" dirty="0"/>
              <a:t>#</a:t>
            </a:r>
            <a:endParaRPr lang="en-AU" dirty="0"/>
          </a:p>
        </p:txBody>
      </p:sp>
      <p:sp>
        <p:nvSpPr>
          <p:cNvPr id="10" name="Date Placeholder 10">
            <a:extLst>
              <a:ext uri="{FF2B5EF4-FFF2-40B4-BE49-F238E27FC236}">
                <a16:creationId xmlns:a16="http://schemas.microsoft.com/office/drawing/2014/main" id="{1761AFC1-5186-CEF8-944B-8E678EEF6AC1}"/>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328840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Go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98627" y="1383211"/>
            <a:ext cx="11577346" cy="9134043"/>
          </a:xfrm>
        </p:spPr>
        <p:txBody>
          <a:bodyPr anchor="t">
            <a:normAutofit/>
          </a:bodyPr>
          <a:lstStyle>
            <a:lvl1pPr>
              <a:lnSpc>
                <a:spcPct val="80000"/>
              </a:lnSpc>
              <a:defRPr sz="6720" cap="all" baseline="0">
                <a:solidFill>
                  <a:schemeClr val="tx1"/>
                </a:solidFill>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595412" y="1383213"/>
            <a:ext cx="3364082" cy="7719293"/>
          </a:xfrm>
        </p:spPr>
        <p:txBody>
          <a:bodyPr/>
          <a:lstStyle>
            <a:lvl1pPr>
              <a:lnSpc>
                <a:spcPct val="80000"/>
              </a:lnSpc>
              <a:spcAft>
                <a:spcPts val="0"/>
              </a:spcAft>
              <a:defRPr sz="6720">
                <a:solidFill>
                  <a:schemeClr val="tx1"/>
                </a:solidFill>
              </a:defRPr>
            </a:lvl1pPr>
            <a:lvl2pPr>
              <a:defRPr sz="6720">
                <a:solidFill>
                  <a:schemeClr val="accent1"/>
                </a:solidFill>
              </a:defRPr>
            </a:lvl2pPr>
            <a:lvl3pPr>
              <a:defRPr sz="6720">
                <a:solidFill>
                  <a:schemeClr val="accent1"/>
                </a:solidFill>
              </a:defRPr>
            </a:lvl3pPr>
            <a:lvl4pPr>
              <a:defRPr sz="6720">
                <a:solidFill>
                  <a:schemeClr val="accent1"/>
                </a:solidFill>
              </a:defRPr>
            </a:lvl4pPr>
            <a:lvl5pPr>
              <a:defRPr sz="6720">
                <a:solidFill>
                  <a:schemeClr val="accent1"/>
                </a:solidFill>
              </a:defRPr>
            </a:lvl5pPr>
          </a:lstStyle>
          <a:p>
            <a:pPr lvl="0"/>
            <a:r>
              <a:rPr lang="en-US" dirty="0"/>
              <a:t>#</a:t>
            </a:r>
            <a:endParaRPr lang="en-AU" dirty="0"/>
          </a:p>
        </p:txBody>
      </p:sp>
      <p:sp>
        <p:nvSpPr>
          <p:cNvPr id="10" name="Footer Placeholder 4">
            <a:extLst>
              <a:ext uri="{FF2B5EF4-FFF2-40B4-BE49-F238E27FC236}">
                <a16:creationId xmlns:a16="http://schemas.microsoft.com/office/drawing/2014/main" id="{F576893A-514C-44EB-F896-D3B2A25B54AF}"/>
              </a:ext>
            </a:extLst>
          </p:cNvPr>
          <p:cNvSpPr>
            <a:spLocks noGrp="1"/>
          </p:cNvSpPr>
          <p:nvPr>
            <p:ph type="ftr" sz="quarter" idx="11"/>
          </p:nvPr>
        </p:nvSpPr>
        <p:spPr>
          <a:xfrm>
            <a:off x="1551370" y="20978537"/>
            <a:ext cx="9923438" cy="461067"/>
          </a:xfrm>
        </p:spPr>
        <p:txBody>
          <a:bodyPr/>
          <a:lstStyle>
            <a:lvl1pPr>
              <a:defRPr>
                <a:solidFill>
                  <a:schemeClr val="tx1"/>
                </a:solidFill>
              </a:defRPr>
            </a:lvl1pPr>
          </a:lstStyle>
          <a:p>
            <a:r>
              <a:rPr lang="en-US"/>
              <a:t>ANU SCHOOL OF COMPUTING   |   CAMS 2022</a:t>
            </a:r>
            <a:endParaRPr lang="en-AU" dirty="0"/>
          </a:p>
        </p:txBody>
      </p:sp>
      <p:sp>
        <p:nvSpPr>
          <p:cNvPr id="11" name="Date Placeholder 10">
            <a:extLst>
              <a:ext uri="{FF2B5EF4-FFF2-40B4-BE49-F238E27FC236}">
                <a16:creationId xmlns:a16="http://schemas.microsoft.com/office/drawing/2014/main" id="{12063BFE-F277-81BA-53AE-87C5296EFF5C}"/>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solidFill>
              </a:defRPr>
            </a:lvl1pPr>
          </a:lstStyle>
          <a:p>
            <a:r>
              <a:rPr lang="en-US"/>
              <a:t>01.06.2022</a:t>
            </a:r>
            <a:endParaRPr lang="en-AU" dirty="0"/>
          </a:p>
        </p:txBody>
      </p:sp>
    </p:spTree>
    <p:extLst>
      <p:ext uri="{BB962C8B-B14F-4D97-AF65-F5344CB8AC3E}">
        <p14:creationId xmlns:p14="http://schemas.microsoft.com/office/powerpoint/2010/main" val="83748295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Imag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98627" y="1383211"/>
            <a:ext cx="11577346" cy="9134043"/>
          </a:xfrm>
        </p:spPr>
        <p:txBody>
          <a:bodyPr anchor="t">
            <a:normAutofit/>
          </a:bodyPr>
          <a:lstStyle>
            <a:lvl1pPr>
              <a:lnSpc>
                <a:spcPct val="80000"/>
              </a:lnSpc>
              <a:defRPr sz="6720" cap="all" baseline="0">
                <a:solidFill>
                  <a:schemeClr val="tx1"/>
                </a:solidFill>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dirty="0"/>
          </a:p>
        </p:txBody>
      </p:sp>
      <p:sp>
        <p:nvSpPr>
          <p:cNvPr id="8" name="Text Placeholder 7">
            <a:extLst>
              <a:ext uri="{FF2B5EF4-FFF2-40B4-BE49-F238E27FC236}">
                <a16:creationId xmlns:a16="http://schemas.microsoft.com/office/drawing/2014/main" id="{182DF42F-AFE2-4EF3-B14F-54A469AB5E39}"/>
              </a:ext>
            </a:extLst>
          </p:cNvPr>
          <p:cNvSpPr>
            <a:spLocks noGrp="1"/>
          </p:cNvSpPr>
          <p:nvPr>
            <p:ph type="body" sz="quarter" idx="13" hasCustomPrompt="1"/>
          </p:nvPr>
        </p:nvSpPr>
        <p:spPr>
          <a:xfrm>
            <a:off x="595412" y="1383213"/>
            <a:ext cx="3364082" cy="7719293"/>
          </a:xfrm>
        </p:spPr>
        <p:txBody>
          <a:bodyPr/>
          <a:lstStyle>
            <a:lvl1pPr>
              <a:lnSpc>
                <a:spcPct val="80000"/>
              </a:lnSpc>
              <a:spcAft>
                <a:spcPts val="0"/>
              </a:spcAft>
              <a:defRPr sz="6720">
                <a:solidFill>
                  <a:schemeClr val="tx1"/>
                </a:solidFill>
              </a:defRPr>
            </a:lvl1pPr>
            <a:lvl2pPr>
              <a:defRPr sz="6720">
                <a:solidFill>
                  <a:schemeClr val="accent1"/>
                </a:solidFill>
              </a:defRPr>
            </a:lvl2pPr>
            <a:lvl3pPr>
              <a:defRPr sz="6720">
                <a:solidFill>
                  <a:schemeClr val="accent1"/>
                </a:solidFill>
              </a:defRPr>
            </a:lvl3pPr>
            <a:lvl4pPr>
              <a:defRPr sz="6720">
                <a:solidFill>
                  <a:schemeClr val="accent1"/>
                </a:solidFill>
              </a:defRPr>
            </a:lvl4pPr>
            <a:lvl5pPr>
              <a:defRPr sz="6720">
                <a:solidFill>
                  <a:schemeClr val="accent1"/>
                </a:solidFill>
              </a:defRPr>
            </a:lvl5pPr>
          </a:lstStyle>
          <a:p>
            <a:pPr lvl="0"/>
            <a:r>
              <a:rPr lang="en-US" dirty="0"/>
              <a:t>#</a:t>
            </a:r>
            <a:endParaRPr lang="en-AU" dirty="0"/>
          </a:p>
        </p:txBody>
      </p:sp>
      <p:sp>
        <p:nvSpPr>
          <p:cNvPr id="7" name="Footer Placeholder 4">
            <a:extLst>
              <a:ext uri="{FF2B5EF4-FFF2-40B4-BE49-F238E27FC236}">
                <a16:creationId xmlns:a16="http://schemas.microsoft.com/office/drawing/2014/main" id="{81AA9B73-8EC9-C62E-1A72-5CC7527DDD49}"/>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6A5DE1E1-6361-8E6C-C061-9FC0FA7B373D}"/>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21744596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Agenda_1">
    <p:spTree>
      <p:nvGrpSpPr>
        <p:cNvPr id="1" name=""/>
        <p:cNvGrpSpPr/>
        <p:nvPr/>
      </p:nvGrpSpPr>
      <p:grpSpPr>
        <a:xfrm>
          <a:off x="0" y="0"/>
          <a:ext cx="0" cy="0"/>
          <a:chOff x="0" y="0"/>
          <a:chExt cx="0" cy="0"/>
        </a:xfrm>
      </p:grpSpPr>
      <p:sp>
        <p:nvSpPr>
          <p:cNvPr id="2" name="Title 1"/>
          <p:cNvSpPr>
            <a:spLocks noGrp="1"/>
          </p:cNvSpPr>
          <p:nvPr>
            <p:ph type="title"/>
          </p:nvPr>
        </p:nvSpPr>
        <p:spPr>
          <a:xfrm>
            <a:off x="595407" y="1383207"/>
            <a:ext cx="5292500" cy="13423928"/>
          </a:xfrm>
        </p:spPr>
        <p:txBody>
          <a:bodyPr/>
          <a:lstStyle>
            <a:lvl1pPr>
              <a:defRPr sz="4831"/>
            </a:lvl1pPr>
          </a:lstStyle>
          <a:p>
            <a:r>
              <a:rPr lang="en-US"/>
              <a:t>Click to edit Master title style</a:t>
            </a:r>
            <a:endParaRPr lang="en-US" dirty="0"/>
          </a:p>
        </p:txBody>
      </p:sp>
      <p:sp>
        <p:nvSpPr>
          <p:cNvPr id="3" name="Content Placeholder 2"/>
          <p:cNvSpPr>
            <a:spLocks noGrp="1"/>
          </p:cNvSpPr>
          <p:nvPr>
            <p:ph idx="1"/>
          </p:nvPr>
        </p:nvSpPr>
        <p:spPr>
          <a:xfrm>
            <a:off x="7078720" y="1383203"/>
            <a:ext cx="9063406" cy="17674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Footer Placeholder 4">
            <a:extLst>
              <a:ext uri="{FF2B5EF4-FFF2-40B4-BE49-F238E27FC236}">
                <a16:creationId xmlns:a16="http://schemas.microsoft.com/office/drawing/2014/main" id="{7B27A0FB-5562-8E37-4979-A360E967C3C3}"/>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9" name="Date Placeholder 10">
            <a:extLst>
              <a:ext uri="{FF2B5EF4-FFF2-40B4-BE49-F238E27FC236}">
                <a16:creationId xmlns:a16="http://schemas.microsoft.com/office/drawing/2014/main" id="{B8E1F931-AF22-4E80-989A-86C9C365A867}"/>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4285339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Agenda_2">
    <p:spTree>
      <p:nvGrpSpPr>
        <p:cNvPr id="1" name=""/>
        <p:cNvGrpSpPr/>
        <p:nvPr/>
      </p:nvGrpSpPr>
      <p:grpSpPr>
        <a:xfrm>
          <a:off x="0" y="0"/>
          <a:ext cx="0" cy="0"/>
          <a:chOff x="0" y="0"/>
          <a:chExt cx="0" cy="0"/>
        </a:xfrm>
      </p:grpSpPr>
      <p:sp>
        <p:nvSpPr>
          <p:cNvPr id="2" name="Title 1"/>
          <p:cNvSpPr>
            <a:spLocks noGrp="1"/>
          </p:cNvSpPr>
          <p:nvPr>
            <p:ph type="title"/>
          </p:nvPr>
        </p:nvSpPr>
        <p:spPr>
          <a:xfrm>
            <a:off x="595413" y="1383207"/>
            <a:ext cx="4630938" cy="13423928"/>
          </a:xfrm>
        </p:spPr>
        <p:txBody>
          <a:bodyPr/>
          <a:lstStyle>
            <a:lvl1pPr>
              <a:defRPr sz="4831"/>
            </a:lvl1pPr>
          </a:lstStyle>
          <a:p>
            <a:r>
              <a:rPr lang="en-US"/>
              <a:t>Click to edit Master title style</a:t>
            </a:r>
            <a:endParaRPr lang="en-US" dirty="0"/>
          </a:p>
        </p:txBody>
      </p:sp>
      <p:sp>
        <p:nvSpPr>
          <p:cNvPr id="3" name="Content Placeholder 2"/>
          <p:cNvSpPr>
            <a:spLocks noGrp="1"/>
          </p:cNvSpPr>
          <p:nvPr>
            <p:ph idx="1"/>
          </p:nvPr>
        </p:nvSpPr>
        <p:spPr>
          <a:xfrm>
            <a:off x="5755595" y="1383203"/>
            <a:ext cx="10386531" cy="17674223"/>
          </a:xfrm>
        </p:spPr>
        <p:txBody>
          <a:bodyPr numCol="2" spcCol="18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7" name="Footer Placeholder 4">
            <a:extLst>
              <a:ext uri="{FF2B5EF4-FFF2-40B4-BE49-F238E27FC236}">
                <a16:creationId xmlns:a16="http://schemas.microsoft.com/office/drawing/2014/main" id="{E84586DA-C24A-9BF0-9274-14ACD983DD8E}"/>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9" name="Date Placeholder 10">
            <a:extLst>
              <a:ext uri="{FF2B5EF4-FFF2-40B4-BE49-F238E27FC236}">
                <a16:creationId xmlns:a16="http://schemas.microsoft.com/office/drawing/2014/main" id="{01E44C0A-DC40-D472-EA9F-E438564C80AF}"/>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0036613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ong copy">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5595" y="1383208"/>
            <a:ext cx="10386531" cy="17827911"/>
          </a:xfrm>
        </p:spPr>
        <p:txBody>
          <a:bodyPr numCol="2" spcCol="180000">
            <a:noAutofit/>
          </a:bodyPr>
          <a:lstStyle>
            <a:lvl1pPr>
              <a:defRPr sz="1050">
                <a:solidFill>
                  <a:schemeClr val="accent1"/>
                </a:solidFill>
                <a:latin typeface="+mj-lt"/>
              </a:defRPr>
            </a:lvl1pPr>
            <a:lvl2pPr>
              <a:defRPr sz="840"/>
            </a:lvl2pPr>
            <a:lvl3pPr marL="94504" indent="-94504">
              <a:defRPr sz="840"/>
            </a:lvl3pPr>
            <a:lvl4pPr marL="189008" indent="-94504">
              <a:defRPr sz="840"/>
            </a:lvl4pPr>
            <a:lvl5pPr marL="283511" indent="-94504">
              <a:defRPr sz="8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8" name="Text Placeholder 7">
            <a:extLst>
              <a:ext uri="{FF2B5EF4-FFF2-40B4-BE49-F238E27FC236}">
                <a16:creationId xmlns:a16="http://schemas.microsoft.com/office/drawing/2014/main" id="{D931932D-C811-4ADE-9CBC-C6F97F4734F5}"/>
              </a:ext>
            </a:extLst>
          </p:cNvPr>
          <p:cNvSpPr>
            <a:spLocks noGrp="1"/>
          </p:cNvSpPr>
          <p:nvPr>
            <p:ph type="body" sz="quarter" idx="13"/>
          </p:nvPr>
        </p:nvSpPr>
        <p:spPr>
          <a:xfrm>
            <a:off x="595413" y="1383213"/>
            <a:ext cx="4630938" cy="12836116"/>
          </a:xfrm>
        </p:spPr>
        <p:txBody>
          <a:bodyPr/>
          <a:lstStyle>
            <a:lvl1pPr>
              <a:lnSpc>
                <a:spcPct val="80000"/>
              </a:lnSpc>
              <a:spcBef>
                <a:spcPts val="0"/>
              </a:spcBef>
              <a:spcAft>
                <a:spcPts val="1891"/>
              </a:spcAft>
              <a:defRPr sz="3780">
                <a:solidFill>
                  <a:schemeClr val="tx1"/>
                </a:solidFill>
              </a:defRPr>
            </a:lvl1pPr>
            <a:lvl2pPr>
              <a:defRPr sz="1891">
                <a:solidFill>
                  <a:schemeClr val="accent1"/>
                </a:solidFill>
              </a:defRPr>
            </a:lvl2pPr>
            <a:lvl3pPr>
              <a:defRPr sz="3780"/>
            </a:lvl3pPr>
            <a:lvl4pPr>
              <a:defRPr sz="3780"/>
            </a:lvl4pPr>
            <a:lvl5pPr>
              <a:defRPr sz="3780"/>
            </a:lvl5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5EC6793-7E9A-1109-9AEB-DAB62166129B}"/>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D0BD91BF-560B-7DAC-CC42-4DC0F0E48484}"/>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7823394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hort copy">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5595" y="1383208"/>
            <a:ext cx="10386531" cy="17827911"/>
          </a:xfrm>
        </p:spPr>
        <p:txBody>
          <a:bodyPr numCol="1" spcCol="180000">
            <a:noAutofit/>
          </a:bodyPr>
          <a:lstStyle>
            <a:lvl1pPr>
              <a:defRPr sz="1470">
                <a:solidFill>
                  <a:schemeClr val="accent1"/>
                </a:solidFill>
                <a:latin typeface="+mj-lt"/>
              </a:defRPr>
            </a:lvl1pPr>
            <a:lvl2pPr>
              <a:defRPr sz="1155"/>
            </a:lvl2pPr>
            <a:lvl3pPr marL="94504" indent="-94504">
              <a:defRPr sz="1155"/>
            </a:lvl3pPr>
            <a:lvl4pPr marL="189008" indent="-94504">
              <a:defRPr sz="1155"/>
            </a:lvl4pPr>
            <a:lvl5pPr marL="283511" indent="-94504">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8" name="Text Placeholder 7">
            <a:extLst>
              <a:ext uri="{FF2B5EF4-FFF2-40B4-BE49-F238E27FC236}">
                <a16:creationId xmlns:a16="http://schemas.microsoft.com/office/drawing/2014/main" id="{D931932D-C811-4ADE-9CBC-C6F97F4734F5}"/>
              </a:ext>
            </a:extLst>
          </p:cNvPr>
          <p:cNvSpPr>
            <a:spLocks noGrp="1"/>
          </p:cNvSpPr>
          <p:nvPr>
            <p:ph type="body" sz="quarter" idx="13"/>
          </p:nvPr>
        </p:nvSpPr>
        <p:spPr>
          <a:xfrm>
            <a:off x="595413" y="1383213"/>
            <a:ext cx="4630938" cy="12836116"/>
          </a:xfrm>
        </p:spPr>
        <p:txBody>
          <a:bodyPr/>
          <a:lstStyle>
            <a:lvl1pPr>
              <a:lnSpc>
                <a:spcPct val="80000"/>
              </a:lnSpc>
              <a:spcBef>
                <a:spcPts val="0"/>
              </a:spcBef>
              <a:spcAft>
                <a:spcPts val="1891"/>
              </a:spcAft>
              <a:defRPr sz="3780">
                <a:solidFill>
                  <a:schemeClr val="tx1"/>
                </a:solidFill>
              </a:defRPr>
            </a:lvl1pPr>
            <a:lvl2pPr>
              <a:defRPr sz="1891">
                <a:solidFill>
                  <a:schemeClr val="accent1"/>
                </a:solidFill>
              </a:defRPr>
            </a:lvl2pPr>
            <a:lvl3pPr>
              <a:defRPr sz="3780"/>
            </a:lvl3pPr>
            <a:lvl4pPr>
              <a:defRPr sz="3780"/>
            </a:lvl4pPr>
            <a:lvl5pPr>
              <a:defRPr sz="3780"/>
            </a:lvl5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F610E503-0805-F915-4737-AAD57BA2720D}"/>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986A48BB-7618-0280-6A9E-74ACEC8437AF}"/>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266230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left, conten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5595" y="1383203"/>
            <a:ext cx="10386531" cy="17674223"/>
          </a:xfrm>
        </p:spPr>
        <p:txBody>
          <a:bodyPr numCol="2" spcCol="180000">
            <a:noAutofit/>
          </a:bodyPr>
          <a:lstStyle>
            <a:lvl1pPr>
              <a:defRPr sz="840">
                <a:solidFill>
                  <a:schemeClr val="accent1"/>
                </a:solidFill>
                <a:latin typeface="+mj-lt"/>
              </a:defRPr>
            </a:lvl1pPr>
            <a:lvl2pPr>
              <a:defRPr sz="840"/>
            </a:lvl2pPr>
            <a:lvl3pPr marL="94504" indent="-94504">
              <a:defRPr sz="840"/>
            </a:lvl3pPr>
            <a:lvl4pPr marL="189008" indent="-94504">
              <a:defRPr sz="840"/>
            </a:lvl4pPr>
            <a:lvl5pPr marL="283511" indent="-94504">
              <a:defRPr sz="8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4" name="Text Placeholder 3">
            <a:extLst>
              <a:ext uri="{FF2B5EF4-FFF2-40B4-BE49-F238E27FC236}">
                <a16:creationId xmlns:a16="http://schemas.microsoft.com/office/drawing/2014/main" id="{B8587F0A-3EF9-46A9-A8FF-9715CF092942}"/>
              </a:ext>
            </a:extLst>
          </p:cNvPr>
          <p:cNvSpPr>
            <a:spLocks noGrp="1"/>
          </p:cNvSpPr>
          <p:nvPr>
            <p:ph type="body" sz="quarter" idx="13"/>
          </p:nvPr>
        </p:nvSpPr>
        <p:spPr>
          <a:xfrm>
            <a:off x="595131" y="1383203"/>
            <a:ext cx="4630938" cy="17674223"/>
          </a:xfrm>
        </p:spPr>
        <p:txBody>
          <a:bodyPr/>
          <a:lstStyle>
            <a:lvl1pPr>
              <a:lnSpc>
                <a:spcPct val="80000"/>
              </a:lnSpc>
              <a:defRPr sz="3780">
                <a:solidFill>
                  <a:schemeClr val="tx1"/>
                </a:solidFill>
              </a:defRPr>
            </a:lvl1pPr>
            <a:lvl2pPr>
              <a:spcAft>
                <a:spcPts val="1260"/>
              </a:spcAft>
              <a:defRPr sz="1891">
                <a:solidFill>
                  <a:schemeClr val="accent1"/>
                </a:solidFill>
              </a:defRPr>
            </a:lvl2pPr>
            <a:lvl3pPr>
              <a:buNone/>
              <a:defRPr/>
            </a:lvl3pPr>
            <a:lvl4pPr marL="188365" indent="-188365">
              <a:buFont typeface="Arial" panose="020B0604020202020204" pitchFamily="34" charset="0"/>
              <a:buChar char="•"/>
              <a:defRPr/>
            </a:lvl4pPr>
            <a:lvl5pPr marL="375063" indent="-188365">
              <a:buFont typeface="Times New Roman" panose="02020603050405020304" pitchFamily="18"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Footer Placeholder 4">
            <a:extLst>
              <a:ext uri="{FF2B5EF4-FFF2-40B4-BE49-F238E27FC236}">
                <a16:creationId xmlns:a16="http://schemas.microsoft.com/office/drawing/2014/main" id="{50F89FD6-D7D5-0A6A-5EF5-F00E193C521D}"/>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9" name="Date Placeholder 10">
            <a:extLst>
              <a:ext uri="{FF2B5EF4-FFF2-40B4-BE49-F238E27FC236}">
                <a16:creationId xmlns:a16="http://schemas.microsoft.com/office/drawing/2014/main" id="{B8E7DC55-FA42-2489-84CA-1812CA0EBE08}"/>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2986565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smaller left, conten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5595" y="1383203"/>
            <a:ext cx="10386531" cy="17674223"/>
          </a:xfrm>
        </p:spPr>
        <p:txBody>
          <a:bodyPr numCol="2" spcCol="180000">
            <a:noAutofit/>
          </a:bodyPr>
          <a:lstStyle>
            <a:lvl1pPr>
              <a:defRPr sz="840">
                <a:solidFill>
                  <a:schemeClr val="accent1"/>
                </a:solidFill>
                <a:latin typeface="+mj-lt"/>
              </a:defRPr>
            </a:lvl1pPr>
            <a:lvl2pPr>
              <a:defRPr sz="840"/>
            </a:lvl2pPr>
            <a:lvl3pPr marL="94504" indent="-94504">
              <a:defRPr sz="840"/>
            </a:lvl3pPr>
            <a:lvl4pPr marL="189008" indent="-94504">
              <a:defRPr sz="840"/>
            </a:lvl4pPr>
            <a:lvl5pPr marL="283511" indent="-94504">
              <a:defRPr sz="8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4" name="Text Placeholder 3">
            <a:extLst>
              <a:ext uri="{FF2B5EF4-FFF2-40B4-BE49-F238E27FC236}">
                <a16:creationId xmlns:a16="http://schemas.microsoft.com/office/drawing/2014/main" id="{B8587F0A-3EF9-46A9-A8FF-9715CF092942}"/>
              </a:ext>
            </a:extLst>
          </p:cNvPr>
          <p:cNvSpPr>
            <a:spLocks noGrp="1"/>
          </p:cNvSpPr>
          <p:nvPr>
            <p:ph type="body" sz="quarter" idx="13"/>
          </p:nvPr>
        </p:nvSpPr>
        <p:spPr>
          <a:xfrm>
            <a:off x="595131" y="1383203"/>
            <a:ext cx="4630938" cy="17674223"/>
          </a:xfrm>
        </p:spPr>
        <p:txBody>
          <a:bodyPr/>
          <a:lstStyle>
            <a:lvl1pPr>
              <a:lnSpc>
                <a:spcPct val="80000"/>
              </a:lnSpc>
              <a:defRPr sz="3780">
                <a:solidFill>
                  <a:schemeClr val="tx1"/>
                </a:solidFill>
              </a:defRPr>
            </a:lvl1pPr>
            <a:lvl2pPr>
              <a:spcAft>
                <a:spcPts val="1260"/>
              </a:spcAft>
              <a:defRPr sz="1891">
                <a:solidFill>
                  <a:schemeClr val="accent1"/>
                </a:solidFill>
              </a:defRPr>
            </a:lvl2pPr>
            <a:lvl3pPr>
              <a:buNone/>
              <a:defRPr sz="840"/>
            </a:lvl3pPr>
            <a:lvl4pPr marL="188365" indent="-188365">
              <a:buFont typeface="Arial" panose="020B0604020202020204" pitchFamily="34" charset="0"/>
              <a:buChar char="•"/>
              <a:defRPr sz="840"/>
            </a:lvl4pPr>
            <a:lvl5pPr marL="375063" indent="-188365">
              <a:buFont typeface="Times New Roman" panose="02020603050405020304" pitchFamily="18" charset="0"/>
              <a:buChar char="–"/>
              <a:defRPr sz="8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Footer Placeholder 4">
            <a:extLst>
              <a:ext uri="{FF2B5EF4-FFF2-40B4-BE49-F238E27FC236}">
                <a16:creationId xmlns:a16="http://schemas.microsoft.com/office/drawing/2014/main" id="{BAB76FAD-F896-65CD-8ACC-94877F2F330D}"/>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9" name="Date Placeholder 10">
            <a:extLst>
              <a:ext uri="{FF2B5EF4-FFF2-40B4-BE49-F238E27FC236}">
                <a16:creationId xmlns:a16="http://schemas.microsoft.com/office/drawing/2014/main" id="{10E5328A-F7F0-9C77-A1BA-9FDD1EF3F8E9}"/>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3437166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11" name="Text Placeholder 7">
            <a:extLst>
              <a:ext uri="{FF2B5EF4-FFF2-40B4-BE49-F238E27FC236}">
                <a16:creationId xmlns:a16="http://schemas.microsoft.com/office/drawing/2014/main" id="{94117324-6B4D-4511-9A09-354F37701177}"/>
              </a:ext>
            </a:extLst>
          </p:cNvPr>
          <p:cNvSpPr>
            <a:spLocks noGrp="1"/>
          </p:cNvSpPr>
          <p:nvPr>
            <p:ph type="body" sz="quarter" idx="13"/>
          </p:nvPr>
        </p:nvSpPr>
        <p:spPr>
          <a:xfrm>
            <a:off x="595140" y="1383209"/>
            <a:ext cx="15546330" cy="6458719"/>
          </a:xfrm>
        </p:spPr>
        <p:txBody>
          <a:bodyPr/>
          <a:lstStyle>
            <a:lvl1pPr>
              <a:lnSpc>
                <a:spcPct val="80000"/>
              </a:lnSpc>
              <a:defRPr sz="3780">
                <a:solidFill>
                  <a:schemeClr val="accent1"/>
                </a:solidFill>
              </a:defRPr>
            </a:lvl1pPr>
            <a:lvl2pPr>
              <a:defRPr sz="1891"/>
            </a:lvl2pPr>
            <a:lvl3pPr>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E3B9F083-99A0-B0BD-F260-E6E645B4F3E7}"/>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8B633849-C46D-D7AB-C02F-26E3D6B8ED06}"/>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23741679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left, image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412" y="7684452"/>
            <a:ext cx="6615625" cy="11526667"/>
          </a:xfrm>
        </p:spPr>
        <p:txBody>
          <a:bodyPr/>
          <a:lstStyle>
            <a:lvl1pPr>
              <a:defRPr sz="1470"/>
            </a:lvl1pPr>
            <a:lvl2pPr>
              <a:defRPr sz="1155"/>
            </a:lvl2pPr>
            <a:lvl3pPr>
              <a:defRPr sz="1155"/>
            </a:lvl3pPr>
            <a:lvl4pPr>
              <a:defRPr sz="1155"/>
            </a:lvl4pPr>
            <a:lvl5pPr>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595137" y="1383209"/>
            <a:ext cx="6615625" cy="6458719"/>
          </a:xfrm>
        </p:spPr>
        <p:txBody>
          <a:bodyPr/>
          <a:lstStyle>
            <a:lvl1pPr>
              <a:lnSpc>
                <a:spcPct val="80000"/>
              </a:lnSpc>
              <a:defRPr sz="3780">
                <a:solidFill>
                  <a:schemeClr val="accent1"/>
                </a:solidFill>
              </a:defRPr>
            </a:lvl1pPr>
            <a:lvl2pPr>
              <a:defRPr sz="1891"/>
            </a:lvl2pPr>
            <a:lvl3pPr>
              <a:buNone/>
              <a:defRPr/>
            </a:lvl3pPr>
          </a:lstStyle>
          <a:p>
            <a:pPr lvl="0"/>
            <a:r>
              <a:rPr lang="en-US"/>
              <a:t>Click to edit Master text styles</a:t>
            </a:r>
          </a:p>
          <a:p>
            <a:pPr lvl="1"/>
            <a:r>
              <a:rPr lang="en-US"/>
              <a:t>Second level</a:t>
            </a:r>
          </a:p>
        </p:txBody>
      </p:sp>
      <p:cxnSp>
        <p:nvCxnSpPr>
          <p:cNvPr id="12" name="Straight Connector 11">
            <a:extLst>
              <a:ext uri="{FF2B5EF4-FFF2-40B4-BE49-F238E27FC236}">
                <a16:creationId xmlns:a16="http://schemas.microsoft.com/office/drawing/2014/main" id="{AE17CBD4-5DAE-4848-BC50-36416D91C4AD}"/>
              </a:ext>
            </a:extLst>
          </p:cNvPr>
          <p:cNvCxnSpPr/>
          <p:nvPr userDrawn="1"/>
        </p:nvCxnSpPr>
        <p:spPr>
          <a:xfrm>
            <a:off x="8401846" y="1383202"/>
            <a:ext cx="0" cy="1752053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9658814" y="1382561"/>
            <a:ext cx="6483313" cy="17520533"/>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9394189"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1" name="Footer Placeholder 4">
            <a:extLst>
              <a:ext uri="{FF2B5EF4-FFF2-40B4-BE49-F238E27FC236}">
                <a16:creationId xmlns:a16="http://schemas.microsoft.com/office/drawing/2014/main" id="{B632F06B-C4E1-1B47-758C-5C3531865C5C}"/>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3" name="Date Placeholder 10">
            <a:extLst>
              <a:ext uri="{FF2B5EF4-FFF2-40B4-BE49-F238E27FC236}">
                <a16:creationId xmlns:a16="http://schemas.microsoft.com/office/drawing/2014/main" id="{5279E30C-1BA0-6F37-B5E6-D289CC60948B}"/>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8753131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left, text right">
    <p:spTree>
      <p:nvGrpSpPr>
        <p:cNvPr id="1" name=""/>
        <p:cNvGrpSpPr/>
        <p:nvPr/>
      </p:nvGrpSpPr>
      <p:grpSpPr>
        <a:xfrm>
          <a:off x="0" y="0"/>
          <a:ext cx="0" cy="0"/>
          <a:chOff x="0" y="0"/>
          <a:chExt cx="0" cy="0"/>
        </a:xfrm>
      </p:grpSpPr>
      <p:sp>
        <p:nvSpPr>
          <p:cNvPr id="3" name="Content Placeholder 2"/>
          <p:cNvSpPr>
            <a:spLocks noGrp="1"/>
          </p:cNvSpPr>
          <p:nvPr>
            <p:ph idx="1"/>
          </p:nvPr>
        </p:nvSpPr>
        <p:spPr>
          <a:xfrm>
            <a:off x="9592938" y="4610678"/>
            <a:ext cx="6615625" cy="14291095"/>
          </a:xfrm>
        </p:spPr>
        <p:txBody>
          <a:bodyPr/>
          <a:lstStyle>
            <a:lvl1pPr>
              <a:defRPr sz="1470"/>
            </a:lvl1pPr>
            <a:lvl2pPr>
              <a:defRPr sz="1155"/>
            </a:lvl2pPr>
            <a:lvl3pPr>
              <a:defRPr sz="1155"/>
            </a:lvl3pPr>
            <a:lvl4pPr>
              <a:defRPr sz="1155"/>
            </a:lvl4pPr>
            <a:lvl5pPr>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9592663" y="1383209"/>
            <a:ext cx="6615625" cy="6458719"/>
          </a:xfrm>
        </p:spPr>
        <p:txBody>
          <a:bodyPr/>
          <a:lstStyle>
            <a:lvl1pPr>
              <a:lnSpc>
                <a:spcPct val="80000"/>
              </a:lnSpc>
              <a:defRPr sz="3780">
                <a:solidFill>
                  <a:schemeClr val="tx1"/>
                </a:solidFill>
              </a:defRPr>
            </a:lvl1pPr>
            <a:lvl2pPr>
              <a:defRPr sz="1891">
                <a:solidFill>
                  <a:schemeClr val="accent1"/>
                </a:solidFill>
              </a:defRPr>
            </a:lvl2pPr>
            <a:lvl3pPr>
              <a:buNone/>
              <a:defRPr/>
            </a:lvl3pPr>
          </a:lstStyle>
          <a:p>
            <a:pPr lvl="0"/>
            <a:r>
              <a:rPr lang="en-US"/>
              <a:t>Click to edit Master text styles</a:t>
            </a:r>
          </a:p>
          <a:p>
            <a:pPr lvl="1"/>
            <a:r>
              <a:rPr lang="en-US"/>
              <a:t>Second level</a:t>
            </a:r>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cxnSp>
        <p:nvCxnSpPr>
          <p:cNvPr id="12" name="Straight Connector 11">
            <a:extLst>
              <a:ext uri="{FF2B5EF4-FFF2-40B4-BE49-F238E27FC236}">
                <a16:creationId xmlns:a16="http://schemas.microsoft.com/office/drawing/2014/main" id="{AE17CBD4-5DAE-4848-BC50-36416D91C4AD}"/>
              </a:ext>
            </a:extLst>
          </p:cNvPr>
          <p:cNvCxnSpPr/>
          <p:nvPr userDrawn="1"/>
        </p:nvCxnSpPr>
        <p:spPr>
          <a:xfrm>
            <a:off x="8401846" y="1383202"/>
            <a:ext cx="0" cy="1752053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595408" y="1382561"/>
            <a:ext cx="6483313" cy="17520533"/>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7277189"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1" name="Footer Placeholder 4">
            <a:extLst>
              <a:ext uri="{FF2B5EF4-FFF2-40B4-BE49-F238E27FC236}">
                <a16:creationId xmlns:a16="http://schemas.microsoft.com/office/drawing/2014/main" id="{BFBBC279-46B8-41E2-91CD-8F35E4B7E6F8}"/>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3" name="Date Placeholder 10">
            <a:extLst>
              <a:ext uri="{FF2B5EF4-FFF2-40B4-BE49-F238E27FC236}">
                <a16:creationId xmlns:a16="http://schemas.microsoft.com/office/drawing/2014/main" id="{279B5C37-E296-3284-3D2E-39E199137E46}"/>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4117965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left, large image r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5755595" y="1382561"/>
            <a:ext cx="10386531" cy="17520533"/>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5424814"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3" name="Text Placeholder 3">
            <a:extLst>
              <a:ext uri="{FF2B5EF4-FFF2-40B4-BE49-F238E27FC236}">
                <a16:creationId xmlns:a16="http://schemas.microsoft.com/office/drawing/2014/main" id="{86B4478A-1BDA-4472-A289-4B0C4E795994}"/>
              </a:ext>
            </a:extLst>
          </p:cNvPr>
          <p:cNvSpPr>
            <a:spLocks noGrp="1"/>
          </p:cNvSpPr>
          <p:nvPr>
            <p:ph type="body" sz="quarter" idx="13"/>
          </p:nvPr>
        </p:nvSpPr>
        <p:spPr>
          <a:xfrm>
            <a:off x="595137" y="1383203"/>
            <a:ext cx="3969375" cy="17674223"/>
          </a:xfrm>
        </p:spPr>
        <p:txBody>
          <a:bodyPr/>
          <a:lstStyle>
            <a:lvl1pPr>
              <a:lnSpc>
                <a:spcPct val="80000"/>
              </a:lnSpc>
              <a:defRPr sz="3780">
                <a:solidFill>
                  <a:schemeClr val="tx1"/>
                </a:solidFill>
              </a:defRPr>
            </a:lvl1pPr>
            <a:lvl2pPr>
              <a:spcAft>
                <a:spcPts val="1260"/>
              </a:spcAft>
              <a:defRPr sz="1891">
                <a:solidFill>
                  <a:schemeClr val="accent1"/>
                </a:solidFill>
              </a:defRPr>
            </a:lvl2pPr>
            <a:lvl3pPr>
              <a:buNone/>
              <a:defRPr sz="840"/>
            </a:lvl3pPr>
            <a:lvl4pPr marL="188365" indent="-188365">
              <a:buFont typeface="Arial" panose="020B0604020202020204" pitchFamily="34" charset="0"/>
              <a:buChar char="•"/>
              <a:defRPr sz="840"/>
            </a:lvl4pPr>
            <a:lvl5pPr marL="375063" indent="-188365">
              <a:buFont typeface="Times New Roman" panose="02020603050405020304" pitchFamily="18" charset="0"/>
              <a:buChar char="–"/>
              <a:defRPr sz="8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Footer Placeholder 4">
            <a:extLst>
              <a:ext uri="{FF2B5EF4-FFF2-40B4-BE49-F238E27FC236}">
                <a16:creationId xmlns:a16="http://schemas.microsoft.com/office/drawing/2014/main" id="{54CCD408-6249-1DDB-CE68-075F2306F887}"/>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2D03942D-741C-C0BE-F023-8684BF924960}"/>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4498506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595137" y="1383202"/>
            <a:ext cx="15546720" cy="17520533"/>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F005714D-B845-45B5-AB70-7040C7217277}"/>
              </a:ext>
            </a:extLst>
          </p:cNvPr>
          <p:cNvSpPr>
            <a:spLocks noGrp="1"/>
          </p:cNvSpPr>
          <p:nvPr>
            <p:ph type="body" sz="quarter" idx="15" hasCustomPrompt="1"/>
          </p:nvPr>
        </p:nvSpPr>
        <p:spPr>
          <a:xfrm>
            <a:off x="330783"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0" name="Footer Placeholder 4">
            <a:extLst>
              <a:ext uri="{FF2B5EF4-FFF2-40B4-BE49-F238E27FC236}">
                <a16:creationId xmlns:a16="http://schemas.microsoft.com/office/drawing/2014/main" id="{A8FEB472-E589-E50F-E4B6-C083E9F9D01C}"/>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1" name="Date Placeholder 10">
            <a:extLst>
              <a:ext uri="{FF2B5EF4-FFF2-40B4-BE49-F238E27FC236}">
                <a16:creationId xmlns:a16="http://schemas.microsoft.com/office/drawing/2014/main" id="{D852A661-3A70-C1AD-9A62-549FE2601961}"/>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29279861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images only">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595131" y="1383202"/>
            <a:ext cx="7541813" cy="17520533"/>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5CD301A0-52A4-469E-ACAD-84A14A2181F2}"/>
              </a:ext>
            </a:extLst>
          </p:cNvPr>
          <p:cNvSpPr>
            <a:spLocks noGrp="1"/>
          </p:cNvSpPr>
          <p:nvPr>
            <p:ph type="body" sz="quarter" idx="15" hasCustomPrompt="1"/>
          </p:nvPr>
        </p:nvSpPr>
        <p:spPr>
          <a:xfrm>
            <a:off x="330783"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0" name="Picture Placeholder 7">
            <a:extLst>
              <a:ext uri="{FF2B5EF4-FFF2-40B4-BE49-F238E27FC236}">
                <a16:creationId xmlns:a16="http://schemas.microsoft.com/office/drawing/2014/main" id="{46B417A0-A601-4DF8-833D-2F1065E5A80D}"/>
              </a:ext>
            </a:extLst>
          </p:cNvPr>
          <p:cNvSpPr>
            <a:spLocks noGrp="1"/>
          </p:cNvSpPr>
          <p:nvPr>
            <p:ph type="pic" sz="quarter" idx="16"/>
          </p:nvPr>
        </p:nvSpPr>
        <p:spPr>
          <a:xfrm>
            <a:off x="8600314" y="1383202"/>
            <a:ext cx="7541813" cy="17520533"/>
          </a:xfrm>
        </p:spPr>
        <p:txBody>
          <a:bodyPr/>
          <a:lstStyle/>
          <a:p>
            <a:r>
              <a:rPr lang="en-US"/>
              <a:t>Click icon to add picture</a:t>
            </a:r>
            <a:endParaRPr lang="en-AU"/>
          </a:p>
        </p:txBody>
      </p:sp>
      <p:sp>
        <p:nvSpPr>
          <p:cNvPr id="11" name="Text Placeholder 15">
            <a:extLst>
              <a:ext uri="{FF2B5EF4-FFF2-40B4-BE49-F238E27FC236}">
                <a16:creationId xmlns:a16="http://schemas.microsoft.com/office/drawing/2014/main" id="{C8112A07-2578-4C64-9E60-0E0913ABA16B}"/>
              </a:ext>
            </a:extLst>
          </p:cNvPr>
          <p:cNvSpPr>
            <a:spLocks noGrp="1"/>
          </p:cNvSpPr>
          <p:nvPr>
            <p:ph type="body" sz="quarter" idx="17" hasCustomPrompt="1"/>
          </p:nvPr>
        </p:nvSpPr>
        <p:spPr>
          <a:xfrm>
            <a:off x="8335689"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3" name="Footer Placeholder 4">
            <a:extLst>
              <a:ext uri="{FF2B5EF4-FFF2-40B4-BE49-F238E27FC236}">
                <a16:creationId xmlns:a16="http://schemas.microsoft.com/office/drawing/2014/main" id="{6FC344A8-689A-77D1-BA7D-ECC0365F8AD0}"/>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4" name="Date Placeholder 10">
            <a:extLst>
              <a:ext uri="{FF2B5EF4-FFF2-40B4-BE49-F238E27FC236}">
                <a16:creationId xmlns:a16="http://schemas.microsoft.com/office/drawing/2014/main" id="{B0BEC6DE-66B6-26EC-D4F7-F85EE2196299}"/>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0505120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staggered images">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8" name="Picture Placeholder 7">
            <a:extLst>
              <a:ext uri="{FF2B5EF4-FFF2-40B4-BE49-F238E27FC236}">
                <a16:creationId xmlns:a16="http://schemas.microsoft.com/office/drawing/2014/main" id="{73307DB3-CBE2-4A55-BE8E-C26CBADA0D74}"/>
              </a:ext>
            </a:extLst>
          </p:cNvPr>
          <p:cNvSpPr>
            <a:spLocks noGrp="1"/>
          </p:cNvSpPr>
          <p:nvPr>
            <p:ph type="pic" sz="quarter" idx="13"/>
          </p:nvPr>
        </p:nvSpPr>
        <p:spPr>
          <a:xfrm>
            <a:off x="595130" y="1383202"/>
            <a:ext cx="6483313" cy="17520533"/>
          </a:xfrm>
        </p:spPr>
        <p:txBody>
          <a:bodyPr/>
          <a:lstStyle/>
          <a:p>
            <a:r>
              <a:rPr lang="en-US"/>
              <a:t>Click icon to add picture</a:t>
            </a:r>
            <a:endParaRPr lang="en-AU"/>
          </a:p>
        </p:txBody>
      </p:sp>
      <p:sp>
        <p:nvSpPr>
          <p:cNvPr id="9" name="Text Placeholder 15">
            <a:extLst>
              <a:ext uri="{FF2B5EF4-FFF2-40B4-BE49-F238E27FC236}">
                <a16:creationId xmlns:a16="http://schemas.microsoft.com/office/drawing/2014/main" id="{5CD301A0-52A4-469E-ACAD-84A14A2181F2}"/>
              </a:ext>
            </a:extLst>
          </p:cNvPr>
          <p:cNvSpPr>
            <a:spLocks noGrp="1"/>
          </p:cNvSpPr>
          <p:nvPr>
            <p:ph type="body" sz="quarter" idx="15" hasCustomPrompt="1"/>
          </p:nvPr>
        </p:nvSpPr>
        <p:spPr>
          <a:xfrm>
            <a:off x="330783"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10" name="Picture Placeholder 7">
            <a:extLst>
              <a:ext uri="{FF2B5EF4-FFF2-40B4-BE49-F238E27FC236}">
                <a16:creationId xmlns:a16="http://schemas.microsoft.com/office/drawing/2014/main" id="{46B417A0-A601-4DF8-833D-2F1065E5A80D}"/>
              </a:ext>
            </a:extLst>
          </p:cNvPr>
          <p:cNvSpPr>
            <a:spLocks noGrp="1"/>
          </p:cNvSpPr>
          <p:nvPr>
            <p:ph type="pic" sz="quarter" idx="16"/>
          </p:nvPr>
        </p:nvSpPr>
        <p:spPr>
          <a:xfrm>
            <a:off x="8401844" y="1383203"/>
            <a:ext cx="6483313" cy="9836090"/>
          </a:xfrm>
        </p:spPr>
        <p:txBody>
          <a:bodyPr/>
          <a:lstStyle/>
          <a:p>
            <a:r>
              <a:rPr lang="en-US"/>
              <a:t>Click icon to add picture</a:t>
            </a:r>
            <a:endParaRPr lang="en-AU"/>
          </a:p>
        </p:txBody>
      </p:sp>
      <p:sp>
        <p:nvSpPr>
          <p:cNvPr id="11" name="Text Placeholder 15">
            <a:extLst>
              <a:ext uri="{FF2B5EF4-FFF2-40B4-BE49-F238E27FC236}">
                <a16:creationId xmlns:a16="http://schemas.microsoft.com/office/drawing/2014/main" id="{C8112A07-2578-4C64-9E60-0E0913ABA16B}"/>
              </a:ext>
            </a:extLst>
          </p:cNvPr>
          <p:cNvSpPr>
            <a:spLocks noGrp="1"/>
          </p:cNvSpPr>
          <p:nvPr>
            <p:ph type="body" sz="quarter" idx="17" hasCustomPrompt="1"/>
          </p:nvPr>
        </p:nvSpPr>
        <p:spPr>
          <a:xfrm>
            <a:off x="8137221" y="1383203"/>
            <a:ext cx="198468" cy="9836090"/>
          </a:xfrm>
        </p:spPr>
        <p:txBody>
          <a:bodyPr vert="vert270" anchor="t"/>
          <a:lstStyle>
            <a:lvl1pPr>
              <a:defRPr sz="630">
                <a:solidFill>
                  <a:schemeClr val="tx1"/>
                </a:solidFill>
                <a:latin typeface="+mn-lt"/>
              </a:defRPr>
            </a:lvl1pPr>
          </a:lstStyle>
          <a:p>
            <a:pPr lvl="0"/>
            <a:r>
              <a:rPr lang="en-US" dirty="0"/>
              <a:t>Image credit here</a:t>
            </a:r>
          </a:p>
        </p:txBody>
      </p:sp>
      <p:sp>
        <p:nvSpPr>
          <p:cNvPr id="12" name="Picture Placeholder 7">
            <a:extLst>
              <a:ext uri="{FF2B5EF4-FFF2-40B4-BE49-F238E27FC236}">
                <a16:creationId xmlns:a16="http://schemas.microsoft.com/office/drawing/2014/main" id="{55C4169D-51A2-418E-95CB-AE67319994E9}"/>
              </a:ext>
            </a:extLst>
          </p:cNvPr>
          <p:cNvSpPr>
            <a:spLocks noGrp="1"/>
          </p:cNvSpPr>
          <p:nvPr>
            <p:ph type="pic" sz="quarter" idx="18"/>
          </p:nvPr>
        </p:nvSpPr>
        <p:spPr>
          <a:xfrm>
            <a:off x="12238910" y="12448800"/>
            <a:ext cx="3903217" cy="6301248"/>
          </a:xfrm>
        </p:spPr>
        <p:txBody>
          <a:bodyPr/>
          <a:lstStyle/>
          <a:p>
            <a:r>
              <a:rPr lang="en-US"/>
              <a:t>Click icon to add picture</a:t>
            </a:r>
            <a:endParaRPr lang="en-AU"/>
          </a:p>
        </p:txBody>
      </p:sp>
      <p:sp>
        <p:nvSpPr>
          <p:cNvPr id="13" name="Text Placeholder 15">
            <a:extLst>
              <a:ext uri="{FF2B5EF4-FFF2-40B4-BE49-F238E27FC236}">
                <a16:creationId xmlns:a16="http://schemas.microsoft.com/office/drawing/2014/main" id="{651BCC0A-46D4-42B0-987C-A33E38A571C3}"/>
              </a:ext>
            </a:extLst>
          </p:cNvPr>
          <p:cNvSpPr>
            <a:spLocks noGrp="1"/>
          </p:cNvSpPr>
          <p:nvPr>
            <p:ph type="body" sz="quarter" idx="19" hasCustomPrompt="1"/>
          </p:nvPr>
        </p:nvSpPr>
        <p:spPr>
          <a:xfrm>
            <a:off x="11980918" y="12448800"/>
            <a:ext cx="198468" cy="6301248"/>
          </a:xfrm>
        </p:spPr>
        <p:txBody>
          <a:bodyPr vert="vert270" anchor="t"/>
          <a:lstStyle>
            <a:lvl1pPr>
              <a:defRPr sz="630">
                <a:solidFill>
                  <a:schemeClr val="tx1"/>
                </a:solidFill>
                <a:latin typeface="+mn-lt"/>
              </a:defRPr>
            </a:lvl1pPr>
          </a:lstStyle>
          <a:p>
            <a:pPr lvl="0"/>
            <a:r>
              <a:rPr lang="en-US" dirty="0"/>
              <a:t>Image credit here</a:t>
            </a:r>
          </a:p>
        </p:txBody>
      </p:sp>
      <p:sp>
        <p:nvSpPr>
          <p:cNvPr id="15" name="Footer Placeholder 4">
            <a:extLst>
              <a:ext uri="{FF2B5EF4-FFF2-40B4-BE49-F238E27FC236}">
                <a16:creationId xmlns:a16="http://schemas.microsoft.com/office/drawing/2014/main" id="{4D9B182F-294B-478B-102B-D9C371AEFF80}"/>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6" name="Date Placeholder 10">
            <a:extLst>
              <a:ext uri="{FF2B5EF4-FFF2-40B4-BE49-F238E27FC236}">
                <a16:creationId xmlns:a16="http://schemas.microsoft.com/office/drawing/2014/main" id="{0F7A5D43-E047-2D28-80B2-FB12BB9FDDB4}"/>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9183250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with quot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10055756" y="1383199"/>
            <a:ext cx="6086375" cy="8452890"/>
          </a:xfrm>
        </p:spPr>
        <p:txBody>
          <a:bodyPr/>
          <a:lstStyle>
            <a:lvl1pPr>
              <a:lnSpc>
                <a:spcPct val="80000"/>
              </a:lnSpc>
              <a:defRPr sz="2100">
                <a:solidFill>
                  <a:schemeClr val="accent1"/>
                </a:solidFill>
              </a:defRPr>
            </a:lvl1pPr>
            <a:lvl2pPr>
              <a:defRPr sz="2100">
                <a:solidFill>
                  <a:schemeClr val="accent1"/>
                </a:solidFill>
              </a:defRPr>
            </a:lvl2pPr>
            <a:lvl3pPr>
              <a:buNone/>
              <a:defRPr/>
            </a:lvl3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14" name="Picture Placeholder 13">
            <a:extLst>
              <a:ext uri="{FF2B5EF4-FFF2-40B4-BE49-F238E27FC236}">
                <a16:creationId xmlns:a16="http://schemas.microsoft.com/office/drawing/2014/main" id="{52B441EC-09C6-4B4A-9603-C02952057BC3}"/>
              </a:ext>
            </a:extLst>
          </p:cNvPr>
          <p:cNvSpPr>
            <a:spLocks noGrp="1"/>
          </p:cNvSpPr>
          <p:nvPr>
            <p:ph type="pic" sz="quarter" idx="14"/>
          </p:nvPr>
        </p:nvSpPr>
        <p:spPr>
          <a:xfrm>
            <a:off x="595408" y="1382561"/>
            <a:ext cx="7541813" cy="17520533"/>
          </a:xfrm>
        </p:spPr>
        <p:txBody>
          <a:bodyPr/>
          <a:lstStyle/>
          <a:p>
            <a:r>
              <a:rPr lang="en-US"/>
              <a:t>Click icon to add picture</a:t>
            </a:r>
            <a:endParaRPr lang="en-AU"/>
          </a:p>
        </p:txBody>
      </p:sp>
      <p:sp>
        <p:nvSpPr>
          <p:cNvPr id="16" name="Text Placeholder 15">
            <a:extLst>
              <a:ext uri="{FF2B5EF4-FFF2-40B4-BE49-F238E27FC236}">
                <a16:creationId xmlns:a16="http://schemas.microsoft.com/office/drawing/2014/main" id="{FC4D845E-CFE4-4388-98CF-2B7CD087A960}"/>
              </a:ext>
            </a:extLst>
          </p:cNvPr>
          <p:cNvSpPr>
            <a:spLocks noGrp="1"/>
          </p:cNvSpPr>
          <p:nvPr>
            <p:ph type="body" sz="quarter" idx="15" hasCustomPrompt="1"/>
          </p:nvPr>
        </p:nvSpPr>
        <p:spPr>
          <a:xfrm>
            <a:off x="330783" y="2692211"/>
            <a:ext cx="198468" cy="16209555"/>
          </a:xfrm>
        </p:spPr>
        <p:txBody>
          <a:bodyPr vert="vert270" anchor="t"/>
          <a:lstStyle>
            <a:lvl1pPr>
              <a:defRPr sz="630">
                <a:solidFill>
                  <a:schemeClr val="tx1"/>
                </a:solidFill>
                <a:latin typeface="+mn-lt"/>
              </a:defRPr>
            </a:lvl1pPr>
          </a:lstStyle>
          <a:p>
            <a:pPr lvl="0"/>
            <a:r>
              <a:rPr lang="en-US" dirty="0"/>
              <a:t>Image credit here</a:t>
            </a:r>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10055751" y="12909867"/>
            <a:ext cx="6085504" cy="6451575"/>
          </a:xfrm>
        </p:spPr>
        <p:txBody>
          <a:bodyPr/>
          <a:lstStyle>
            <a:lvl1pPr>
              <a:spcAft>
                <a:spcPts val="0"/>
              </a:spcAft>
              <a:defRPr sz="945">
                <a:solidFill>
                  <a:schemeClr val="accent1"/>
                </a:solidFill>
              </a:defRPr>
            </a:lvl1pPr>
            <a:lvl2pPr>
              <a:spcAft>
                <a:spcPts val="0"/>
              </a:spcAft>
              <a:defRPr sz="945">
                <a:solidFill>
                  <a:schemeClr val="accent1"/>
                </a:solidFill>
              </a:defRPr>
            </a:lvl2pPr>
            <a:lvl3pPr>
              <a:defRPr sz="945"/>
            </a:lvl3pPr>
            <a:lvl4pPr>
              <a:defRPr sz="945"/>
            </a:lvl4pPr>
            <a:lvl5pPr>
              <a:defRPr sz="945"/>
            </a:lvl5pPr>
          </a:lstStyle>
          <a:p>
            <a:pPr lvl="0"/>
            <a:r>
              <a:rPr lang="en-US"/>
              <a:t>Click to edit Master text styles</a:t>
            </a:r>
          </a:p>
          <a:p>
            <a:pPr lvl="1"/>
            <a:r>
              <a:rPr lang="en-US"/>
              <a:t>Second level</a:t>
            </a:r>
          </a:p>
        </p:txBody>
      </p:sp>
      <p:sp>
        <p:nvSpPr>
          <p:cNvPr id="10" name="Footer Placeholder 4">
            <a:extLst>
              <a:ext uri="{FF2B5EF4-FFF2-40B4-BE49-F238E27FC236}">
                <a16:creationId xmlns:a16="http://schemas.microsoft.com/office/drawing/2014/main" id="{E4C97833-D997-CABD-DA5E-729A383D524B}"/>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1" name="Date Placeholder 10">
            <a:extLst>
              <a:ext uri="{FF2B5EF4-FFF2-40B4-BE49-F238E27FC236}">
                <a16:creationId xmlns:a16="http://schemas.microsoft.com/office/drawing/2014/main" id="{B819EE61-7649-C46B-C444-9C01C2592EB7}"/>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36956894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old quote">
    <p:bg>
      <p:bgPr>
        <a:solidFill>
          <a:schemeClr val="accent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4895562" y="1383197"/>
            <a:ext cx="8765704" cy="12295110"/>
          </a:xfrm>
        </p:spPr>
        <p:txBody>
          <a:bodyPr/>
          <a:lstStyle>
            <a:lvl1pPr>
              <a:lnSpc>
                <a:spcPct val="80000"/>
              </a:lnSpc>
              <a:defRPr sz="2940">
                <a:solidFill>
                  <a:schemeClr val="tx1"/>
                </a:solidFill>
              </a:defRPr>
            </a:lvl1pPr>
            <a:lvl2pPr>
              <a:defRPr sz="2100">
                <a:solidFill>
                  <a:schemeClr val="accent1"/>
                </a:solidFill>
              </a:defRPr>
            </a:lvl2pPr>
            <a:lvl3pPr>
              <a:buNone/>
              <a:defRPr/>
            </a:lvl3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4895563" y="12909867"/>
            <a:ext cx="6085504" cy="6451575"/>
          </a:xfrm>
        </p:spPr>
        <p:txBody>
          <a:bodyPr/>
          <a:lstStyle>
            <a:lvl1pPr>
              <a:spcAft>
                <a:spcPts val="0"/>
              </a:spcAft>
              <a:defRPr sz="945">
                <a:solidFill>
                  <a:schemeClr val="tx1"/>
                </a:solidFill>
              </a:defRPr>
            </a:lvl1pPr>
            <a:lvl2pPr>
              <a:spcAft>
                <a:spcPts val="0"/>
              </a:spcAft>
              <a:defRPr sz="945">
                <a:solidFill>
                  <a:schemeClr val="tx1"/>
                </a:solidFill>
              </a:defRPr>
            </a:lvl2pPr>
            <a:lvl3pPr>
              <a:defRPr sz="945"/>
            </a:lvl3pPr>
            <a:lvl4pPr>
              <a:defRPr sz="945"/>
            </a:lvl4pPr>
            <a:lvl5pPr>
              <a:defRPr sz="945"/>
            </a:lvl5pPr>
          </a:lstStyle>
          <a:p>
            <a:pPr lvl="0"/>
            <a:r>
              <a:rPr lang="en-US"/>
              <a:t>Click to edit Master text styles</a:t>
            </a:r>
          </a:p>
          <a:p>
            <a:pPr lvl="1"/>
            <a:r>
              <a:rPr lang="en-US"/>
              <a:t>Second level</a:t>
            </a:r>
          </a:p>
        </p:txBody>
      </p:sp>
      <p:pic>
        <p:nvPicPr>
          <p:cNvPr id="12" name="Picture 11">
            <a:extLst>
              <a:ext uri="{FF2B5EF4-FFF2-40B4-BE49-F238E27FC236}">
                <a16:creationId xmlns:a16="http://schemas.microsoft.com/office/drawing/2014/main" id="{BAD155FE-DE6C-4893-B972-8C69CE9F24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20025667"/>
            <a:ext cx="16803688" cy="1093034"/>
          </a:xfrm>
          <a:prstGeom prst="rect">
            <a:avLst/>
          </a:prstGeom>
        </p:spPr>
      </p:pic>
      <p:sp>
        <p:nvSpPr>
          <p:cNvPr id="9" name="Footer Placeholder 4">
            <a:extLst>
              <a:ext uri="{FF2B5EF4-FFF2-40B4-BE49-F238E27FC236}">
                <a16:creationId xmlns:a16="http://schemas.microsoft.com/office/drawing/2014/main" id="{5F925B7E-C6A3-BC8F-9CAC-D1EF68C9271D}"/>
              </a:ext>
            </a:extLst>
          </p:cNvPr>
          <p:cNvSpPr>
            <a:spLocks noGrp="1"/>
          </p:cNvSpPr>
          <p:nvPr>
            <p:ph type="ftr" sz="quarter" idx="11"/>
          </p:nvPr>
        </p:nvSpPr>
        <p:spPr>
          <a:xfrm>
            <a:off x="1551370" y="20978537"/>
            <a:ext cx="9923438" cy="461067"/>
          </a:xfrm>
        </p:spPr>
        <p:txBody>
          <a:bodyPr/>
          <a:lstStyle>
            <a:lvl1pPr>
              <a:defRPr>
                <a:solidFill>
                  <a:schemeClr val="tx1"/>
                </a:solidFill>
              </a:defRPr>
            </a:lvl1p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91E3207A-CF03-75CA-FB2A-94B71B528C93}"/>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solidFill>
              </a:defRPr>
            </a:lvl1pPr>
          </a:lstStyle>
          <a:p>
            <a:r>
              <a:rPr lang="en-US"/>
              <a:t>01.06.2022</a:t>
            </a:r>
            <a:endParaRPr lang="en-AU" dirty="0"/>
          </a:p>
        </p:txBody>
      </p:sp>
    </p:spTree>
    <p:extLst>
      <p:ext uri="{BB962C8B-B14F-4D97-AF65-F5344CB8AC3E}">
        <p14:creationId xmlns:p14="http://schemas.microsoft.com/office/powerpoint/2010/main" val="2350120834"/>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_quote">
    <p:bg>
      <p:bgRef idx="1001">
        <a:schemeClr val="bg2"/>
      </p:bgRef>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523145E-4A65-4D12-BF17-1E376D23E49C}"/>
              </a:ext>
            </a:extLst>
          </p:cNvPr>
          <p:cNvSpPr>
            <a:spLocks noGrp="1"/>
          </p:cNvSpPr>
          <p:nvPr>
            <p:ph type="body" sz="quarter" idx="13"/>
          </p:nvPr>
        </p:nvSpPr>
        <p:spPr>
          <a:xfrm>
            <a:off x="992345" y="1383197"/>
            <a:ext cx="8765704" cy="12295110"/>
          </a:xfrm>
        </p:spPr>
        <p:txBody>
          <a:bodyPr/>
          <a:lstStyle>
            <a:lvl1pPr>
              <a:lnSpc>
                <a:spcPct val="80000"/>
              </a:lnSpc>
              <a:defRPr sz="2940">
                <a:solidFill>
                  <a:schemeClr val="tx1"/>
                </a:solidFill>
              </a:defRPr>
            </a:lvl1pPr>
            <a:lvl2pPr>
              <a:defRPr sz="2100">
                <a:solidFill>
                  <a:schemeClr val="accent1"/>
                </a:solidFill>
              </a:defRPr>
            </a:lvl2pPr>
            <a:lvl3pPr>
              <a:buNone/>
              <a:defRPr/>
            </a:lvl3pPr>
          </a:lstStyle>
          <a:p>
            <a:pPr lvl="0"/>
            <a:r>
              <a:rPr lang="en-US"/>
              <a:t>Click to edit Master text styles</a:t>
            </a:r>
          </a:p>
        </p:txBody>
      </p:sp>
      <p:sp>
        <p:nvSpPr>
          <p:cNvPr id="6" name="Slide Number Placeholder 5"/>
          <p:cNvSpPr>
            <a:spLocks noGrp="1"/>
          </p:cNvSpPr>
          <p:nvPr>
            <p:ph type="sldNum" sz="quarter" idx="12"/>
          </p:nvPr>
        </p:nvSpPr>
        <p:spPr/>
        <p:txBody>
          <a:bodyPr/>
          <a:lstStyle>
            <a:lvl1pPr algn="l">
              <a:defRPr>
                <a:solidFill>
                  <a:schemeClr val="tx1"/>
                </a:solidFill>
              </a:defRPr>
            </a:lvl1pPr>
          </a:lstStyle>
          <a:p>
            <a:fld id="{10A01DC5-1685-4615-8240-15192985C6A2}" type="slidenum">
              <a:rPr lang="en-AU" smtClean="0"/>
              <a:pPr/>
              <a:t>‹#›</a:t>
            </a:fld>
            <a:endParaRPr lang="en-AU"/>
          </a:p>
        </p:txBody>
      </p:sp>
      <p:sp>
        <p:nvSpPr>
          <p:cNvPr id="4" name="Text Placeholder 3">
            <a:extLst>
              <a:ext uri="{FF2B5EF4-FFF2-40B4-BE49-F238E27FC236}">
                <a16:creationId xmlns:a16="http://schemas.microsoft.com/office/drawing/2014/main" id="{2718C956-62EE-4375-80BD-F88AA733C3D8}"/>
              </a:ext>
            </a:extLst>
          </p:cNvPr>
          <p:cNvSpPr>
            <a:spLocks noGrp="1"/>
          </p:cNvSpPr>
          <p:nvPr>
            <p:ph type="body" sz="quarter" idx="16"/>
          </p:nvPr>
        </p:nvSpPr>
        <p:spPr>
          <a:xfrm>
            <a:off x="992345" y="12909867"/>
            <a:ext cx="6085504" cy="6451575"/>
          </a:xfrm>
        </p:spPr>
        <p:txBody>
          <a:bodyPr/>
          <a:lstStyle>
            <a:lvl1pPr>
              <a:spcAft>
                <a:spcPts val="0"/>
              </a:spcAft>
              <a:defRPr sz="945">
                <a:solidFill>
                  <a:schemeClr val="tx1"/>
                </a:solidFill>
              </a:defRPr>
            </a:lvl1pPr>
            <a:lvl2pPr>
              <a:spcAft>
                <a:spcPts val="0"/>
              </a:spcAft>
              <a:defRPr sz="945">
                <a:solidFill>
                  <a:schemeClr val="tx1"/>
                </a:solidFill>
              </a:defRPr>
            </a:lvl2pPr>
            <a:lvl3pPr>
              <a:defRPr sz="945"/>
            </a:lvl3pPr>
            <a:lvl4pPr>
              <a:defRPr sz="945"/>
            </a:lvl4pPr>
            <a:lvl5pPr>
              <a:defRPr sz="945"/>
            </a:lvl5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B05B7FA9-7174-7BEF-E597-ED74D9DF9320}"/>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A786D5A4-8688-62C1-1862-7FFB544B938A}"/>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606455837"/>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5410" y="5379110"/>
            <a:ext cx="7277188" cy="138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8864940" y="5379110"/>
            <a:ext cx="7277188" cy="1383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11" name="Text Placeholder 7">
            <a:extLst>
              <a:ext uri="{FF2B5EF4-FFF2-40B4-BE49-F238E27FC236}">
                <a16:creationId xmlns:a16="http://schemas.microsoft.com/office/drawing/2014/main" id="{0CF810F9-EC51-4622-9468-3349A7AFA499}"/>
              </a:ext>
            </a:extLst>
          </p:cNvPr>
          <p:cNvSpPr>
            <a:spLocks noGrp="1"/>
          </p:cNvSpPr>
          <p:nvPr>
            <p:ph type="body" sz="quarter" idx="14"/>
          </p:nvPr>
        </p:nvSpPr>
        <p:spPr>
          <a:xfrm>
            <a:off x="595140" y="1383215"/>
            <a:ext cx="15546330" cy="3995911"/>
          </a:xfrm>
        </p:spPr>
        <p:txBody>
          <a:bodyPr/>
          <a:lstStyle>
            <a:lvl1pPr>
              <a:lnSpc>
                <a:spcPct val="80000"/>
              </a:lnSpc>
              <a:defRPr sz="3780">
                <a:solidFill>
                  <a:schemeClr val="accent1"/>
                </a:solidFill>
              </a:defRPr>
            </a:lvl1pPr>
            <a:lvl2pPr>
              <a:defRPr sz="1891"/>
            </a:lvl2pPr>
            <a:lvl3pPr>
              <a:buNone/>
              <a:defRPr/>
            </a:lvl3pPr>
          </a:lstStyle>
          <a:p>
            <a:pPr lvl="0"/>
            <a:r>
              <a:rPr lang="en-US"/>
              <a:t>Click to edit Master text styles</a:t>
            </a:r>
          </a:p>
          <a:p>
            <a:pPr lvl="1"/>
            <a:r>
              <a:rPr lang="en-US"/>
              <a:t>Second level</a:t>
            </a:r>
          </a:p>
        </p:txBody>
      </p:sp>
      <p:sp>
        <p:nvSpPr>
          <p:cNvPr id="8" name="Footer Placeholder 4">
            <a:extLst>
              <a:ext uri="{FF2B5EF4-FFF2-40B4-BE49-F238E27FC236}">
                <a16:creationId xmlns:a16="http://schemas.microsoft.com/office/drawing/2014/main" id="{25BC9A7F-6F6E-19AE-91E1-1F01789D5085}"/>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0" name="Date Placeholder 10">
            <a:extLst>
              <a:ext uri="{FF2B5EF4-FFF2-40B4-BE49-F238E27FC236}">
                <a16:creationId xmlns:a16="http://schemas.microsoft.com/office/drawing/2014/main" id="{EAAF30A9-761F-A6B8-5396-CEBB13A84922}"/>
              </a:ext>
            </a:extLst>
          </p:cNvPr>
          <p:cNvSpPr>
            <a:spLocks noGrp="1"/>
          </p:cNvSpPr>
          <p:nvPr>
            <p:ph type="dt" sz="half" idx="15"/>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436387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5410" y="5382839"/>
            <a:ext cx="7277188" cy="2305333"/>
          </a:xfrm>
        </p:spPr>
        <p:txBody>
          <a:bodyPr anchor="ctr">
            <a:normAutofit/>
          </a:bodyPr>
          <a:lstStyle>
            <a:lvl1pPr marL="0" indent="0">
              <a:buNone/>
              <a:defRPr sz="1470" b="0"/>
            </a:lvl1pPr>
            <a:lvl2pPr marL="360060" indent="0">
              <a:buNone/>
              <a:defRPr sz="1575" b="1"/>
            </a:lvl2pPr>
            <a:lvl3pPr marL="720119" indent="0">
              <a:buNone/>
              <a:defRPr sz="1417" b="1"/>
            </a:lvl3pPr>
            <a:lvl4pPr marL="1080178" indent="0">
              <a:buNone/>
              <a:defRPr sz="1260" b="1"/>
            </a:lvl4pPr>
            <a:lvl5pPr marL="1440238" indent="0">
              <a:buNone/>
              <a:defRPr sz="1260" b="1"/>
            </a:lvl5pPr>
            <a:lvl6pPr marL="1800297" indent="0">
              <a:buNone/>
              <a:defRPr sz="1260" b="1"/>
            </a:lvl6pPr>
            <a:lvl7pPr marL="2160357" indent="0">
              <a:buNone/>
              <a:defRPr sz="1260" b="1"/>
            </a:lvl7pPr>
            <a:lvl8pPr marL="2520416" indent="0">
              <a:buNone/>
              <a:defRPr sz="1260" b="1"/>
            </a:lvl8pPr>
            <a:lvl9pPr marL="2880475" indent="0">
              <a:buNone/>
              <a:defRPr sz="1260" b="1"/>
            </a:lvl9pPr>
          </a:lstStyle>
          <a:p>
            <a:pPr lvl="0"/>
            <a:r>
              <a:rPr lang="en-US"/>
              <a:t>Click to edit Master text styles</a:t>
            </a:r>
          </a:p>
        </p:txBody>
      </p:sp>
      <p:sp>
        <p:nvSpPr>
          <p:cNvPr id="4" name="Content Placeholder 3"/>
          <p:cNvSpPr>
            <a:spLocks noGrp="1"/>
          </p:cNvSpPr>
          <p:nvPr>
            <p:ph sz="half" idx="2"/>
          </p:nvPr>
        </p:nvSpPr>
        <p:spPr>
          <a:xfrm>
            <a:off x="595410" y="7684452"/>
            <a:ext cx="7277188" cy="11526667"/>
          </a:xfrm>
        </p:spPr>
        <p:txBody>
          <a:bodyPr>
            <a:normAutofit/>
          </a:bodyPr>
          <a:lstStyle>
            <a:lvl1pPr>
              <a:defRPr sz="1260"/>
            </a:lvl1pPr>
            <a:lvl2pPr>
              <a:defRPr sz="1155"/>
            </a:lvl2pPr>
            <a:lvl3pPr>
              <a:defRPr sz="1155"/>
            </a:lvl3pPr>
            <a:lvl4pPr>
              <a:defRPr sz="1155"/>
            </a:lvl4pPr>
            <a:lvl5pPr>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864940" y="5382839"/>
            <a:ext cx="7277188" cy="2305333"/>
          </a:xfrm>
        </p:spPr>
        <p:txBody>
          <a:bodyPr anchor="ctr">
            <a:normAutofit/>
          </a:bodyPr>
          <a:lstStyle>
            <a:lvl1pPr marL="0" indent="0">
              <a:buNone/>
              <a:defRPr sz="1470" b="0"/>
            </a:lvl1pPr>
            <a:lvl2pPr marL="360060" indent="0">
              <a:buNone/>
              <a:defRPr sz="1575" b="1"/>
            </a:lvl2pPr>
            <a:lvl3pPr marL="720119" indent="0">
              <a:buNone/>
              <a:defRPr sz="1417" b="1"/>
            </a:lvl3pPr>
            <a:lvl4pPr marL="1080178" indent="0">
              <a:buNone/>
              <a:defRPr sz="1260" b="1"/>
            </a:lvl4pPr>
            <a:lvl5pPr marL="1440238" indent="0">
              <a:buNone/>
              <a:defRPr sz="1260" b="1"/>
            </a:lvl5pPr>
            <a:lvl6pPr marL="1800297" indent="0">
              <a:buNone/>
              <a:defRPr sz="1260" b="1"/>
            </a:lvl6pPr>
            <a:lvl7pPr marL="2160357" indent="0">
              <a:buNone/>
              <a:defRPr sz="1260" b="1"/>
            </a:lvl7pPr>
            <a:lvl8pPr marL="2520416" indent="0">
              <a:buNone/>
              <a:defRPr sz="1260" b="1"/>
            </a:lvl8pPr>
            <a:lvl9pPr marL="2880475" indent="0">
              <a:buNone/>
              <a:defRPr sz="1260" b="1"/>
            </a:lvl9pPr>
          </a:lstStyle>
          <a:p>
            <a:pPr lvl="0"/>
            <a:r>
              <a:rPr lang="en-US"/>
              <a:t>Click to edit Master text styles</a:t>
            </a:r>
          </a:p>
        </p:txBody>
      </p:sp>
      <p:sp>
        <p:nvSpPr>
          <p:cNvPr id="6" name="Content Placeholder 5"/>
          <p:cNvSpPr>
            <a:spLocks noGrp="1"/>
          </p:cNvSpPr>
          <p:nvPr>
            <p:ph sz="quarter" idx="4"/>
          </p:nvPr>
        </p:nvSpPr>
        <p:spPr>
          <a:xfrm>
            <a:off x="8864940" y="7684452"/>
            <a:ext cx="7277188" cy="11526667"/>
          </a:xfrm>
        </p:spPr>
        <p:txBody>
          <a:bodyPr>
            <a:normAutofit/>
          </a:bodyPr>
          <a:lstStyle>
            <a:lvl1pPr>
              <a:defRPr sz="1260"/>
            </a:lvl1pPr>
            <a:lvl2pPr>
              <a:defRPr sz="1155"/>
            </a:lvl2pPr>
            <a:lvl3pPr>
              <a:defRPr sz="1155"/>
            </a:lvl3pPr>
            <a:lvl4pPr>
              <a:defRPr sz="1155"/>
            </a:lvl4pPr>
            <a:lvl5pPr>
              <a:defRPr sz="115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14" name="Text Placeholder 7">
            <a:extLst>
              <a:ext uri="{FF2B5EF4-FFF2-40B4-BE49-F238E27FC236}">
                <a16:creationId xmlns:a16="http://schemas.microsoft.com/office/drawing/2014/main" id="{8FFA563F-7AE3-402E-9587-9C3CED7B3A93}"/>
              </a:ext>
            </a:extLst>
          </p:cNvPr>
          <p:cNvSpPr>
            <a:spLocks noGrp="1"/>
          </p:cNvSpPr>
          <p:nvPr>
            <p:ph type="body" sz="quarter" idx="14"/>
          </p:nvPr>
        </p:nvSpPr>
        <p:spPr>
          <a:xfrm>
            <a:off x="595140" y="1383205"/>
            <a:ext cx="15546330" cy="3999636"/>
          </a:xfrm>
        </p:spPr>
        <p:txBody>
          <a:bodyPr/>
          <a:lstStyle>
            <a:lvl1pPr>
              <a:lnSpc>
                <a:spcPct val="80000"/>
              </a:lnSpc>
              <a:defRPr sz="3780">
                <a:solidFill>
                  <a:schemeClr val="accent1"/>
                </a:solidFill>
              </a:defRPr>
            </a:lvl1pPr>
            <a:lvl2pPr>
              <a:defRPr sz="1891"/>
            </a:lvl2pPr>
            <a:lvl3pPr>
              <a:buNone/>
              <a:defRPr/>
            </a:lvl3pPr>
          </a:lstStyle>
          <a:p>
            <a:pPr lvl="0"/>
            <a:r>
              <a:rPr lang="en-US"/>
              <a:t>Click to edit Master text styles</a:t>
            </a:r>
          </a:p>
          <a:p>
            <a:pPr lvl="1"/>
            <a:r>
              <a:rPr lang="en-US"/>
              <a:t>Second level</a:t>
            </a:r>
          </a:p>
        </p:txBody>
      </p:sp>
      <p:sp>
        <p:nvSpPr>
          <p:cNvPr id="11" name="Footer Placeholder 4">
            <a:extLst>
              <a:ext uri="{FF2B5EF4-FFF2-40B4-BE49-F238E27FC236}">
                <a16:creationId xmlns:a16="http://schemas.microsoft.com/office/drawing/2014/main" id="{6EDFF47E-9CFE-A7BC-349A-A8E2C5F522D2}"/>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12" name="Date Placeholder 10">
            <a:extLst>
              <a:ext uri="{FF2B5EF4-FFF2-40B4-BE49-F238E27FC236}">
                <a16:creationId xmlns:a16="http://schemas.microsoft.com/office/drawing/2014/main" id="{FB76B23C-7892-3C7D-2E2F-14B3A42F4974}"/>
              </a:ext>
            </a:extLst>
          </p:cNvPr>
          <p:cNvSpPr>
            <a:spLocks noGrp="1"/>
          </p:cNvSpPr>
          <p:nvPr>
            <p:ph type="dt" sz="half" idx="15"/>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31588051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lvl1pPr algn="l">
              <a:defRPr/>
            </a:lvl1pPr>
          </a:lstStyle>
          <a:p>
            <a:fld id="{10A01DC5-1685-4615-8240-15192985C6A2}" type="slidenum">
              <a:rPr lang="en-AU" smtClean="0"/>
              <a:pPr/>
              <a:t>‹#›</a:t>
            </a:fld>
            <a:endParaRPr lang="en-AU"/>
          </a:p>
        </p:txBody>
      </p:sp>
      <p:sp>
        <p:nvSpPr>
          <p:cNvPr id="9" name="Text Placeholder 7">
            <a:extLst>
              <a:ext uri="{FF2B5EF4-FFF2-40B4-BE49-F238E27FC236}">
                <a16:creationId xmlns:a16="http://schemas.microsoft.com/office/drawing/2014/main" id="{F515565A-8448-45B8-888E-3D8DE57354CA}"/>
              </a:ext>
            </a:extLst>
          </p:cNvPr>
          <p:cNvSpPr>
            <a:spLocks noGrp="1"/>
          </p:cNvSpPr>
          <p:nvPr>
            <p:ph type="body" sz="quarter" idx="13"/>
          </p:nvPr>
        </p:nvSpPr>
        <p:spPr>
          <a:xfrm>
            <a:off x="595140" y="1383209"/>
            <a:ext cx="15546330" cy="6458719"/>
          </a:xfrm>
        </p:spPr>
        <p:txBody>
          <a:bodyPr/>
          <a:lstStyle>
            <a:lvl1pPr>
              <a:lnSpc>
                <a:spcPct val="80000"/>
              </a:lnSpc>
              <a:defRPr sz="3780">
                <a:solidFill>
                  <a:schemeClr val="accent1"/>
                </a:solidFill>
              </a:defRPr>
            </a:lvl1pPr>
            <a:lvl2pPr>
              <a:defRPr sz="1891"/>
            </a:lvl2pPr>
            <a:lvl3pPr>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58B1B7BB-39B9-9253-2CFE-C8727C123DFD}"/>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8" name="Date Placeholder 10">
            <a:extLst>
              <a:ext uri="{FF2B5EF4-FFF2-40B4-BE49-F238E27FC236}">
                <a16:creationId xmlns:a16="http://schemas.microsoft.com/office/drawing/2014/main" id="{2F1E161A-D770-5F3B-4ADF-8B4B2342DA09}"/>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1256984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lgn="l">
              <a:defRPr/>
            </a:lvl1pPr>
          </a:lstStyle>
          <a:p>
            <a:fld id="{10A01DC5-1685-4615-8240-15192985C6A2}" type="slidenum">
              <a:rPr lang="en-AU" smtClean="0"/>
              <a:pPr/>
              <a:t>‹#›</a:t>
            </a:fld>
            <a:endParaRPr lang="en-AU" dirty="0"/>
          </a:p>
        </p:txBody>
      </p:sp>
      <p:sp>
        <p:nvSpPr>
          <p:cNvPr id="5" name="Footer Placeholder 4">
            <a:extLst>
              <a:ext uri="{FF2B5EF4-FFF2-40B4-BE49-F238E27FC236}">
                <a16:creationId xmlns:a16="http://schemas.microsoft.com/office/drawing/2014/main" id="{B0BFFD39-1992-EFEE-05D8-F11BC17B1EE7}"/>
              </a:ext>
            </a:extLst>
          </p:cNvPr>
          <p:cNvSpPr>
            <a:spLocks noGrp="1"/>
          </p:cNvSpPr>
          <p:nvPr>
            <p:ph type="ftr" sz="quarter" idx="11"/>
          </p:nvPr>
        </p:nvSpPr>
        <p:spPr>
          <a:xfrm>
            <a:off x="1551370" y="20978537"/>
            <a:ext cx="9923438" cy="461067"/>
          </a:xfrm>
        </p:spPr>
        <p:txBody>
          <a:bodyPr/>
          <a:lstStyle/>
          <a:p>
            <a:r>
              <a:rPr lang="en-US"/>
              <a:t>ANU SCHOOL OF COMPUTING   |   CAMS 2022</a:t>
            </a:r>
            <a:endParaRPr lang="en-AU" dirty="0"/>
          </a:p>
        </p:txBody>
      </p:sp>
      <p:sp>
        <p:nvSpPr>
          <p:cNvPr id="7" name="Date Placeholder 10">
            <a:extLst>
              <a:ext uri="{FF2B5EF4-FFF2-40B4-BE49-F238E27FC236}">
                <a16:creationId xmlns:a16="http://schemas.microsoft.com/office/drawing/2014/main" id="{5C66E295-2F8E-F91C-1F65-CD7B69EE057D}"/>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spTree>
    <p:extLst>
      <p:ext uri="{BB962C8B-B14F-4D97-AF65-F5344CB8AC3E}">
        <p14:creationId xmlns:p14="http://schemas.microsoft.com/office/powerpoint/2010/main" val="24030744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A6D05FB-9E00-4E05-8A11-8AC6AA5F17EF}"/>
              </a:ext>
            </a:extLst>
          </p:cNvPr>
          <p:cNvSpPr>
            <a:spLocks noGrp="1"/>
          </p:cNvSpPr>
          <p:nvPr>
            <p:ph type="body" sz="quarter" idx="13"/>
          </p:nvPr>
        </p:nvSpPr>
        <p:spPr>
          <a:xfrm>
            <a:off x="5755593" y="1592667"/>
            <a:ext cx="10314140" cy="7269185"/>
          </a:xfrm>
        </p:spPr>
        <p:txBody>
          <a:bodyPr/>
          <a:lstStyle>
            <a:lvl1pPr>
              <a:lnSpc>
                <a:spcPct val="80000"/>
              </a:lnSpc>
              <a:spcBef>
                <a:spcPts val="0"/>
              </a:spcBef>
              <a:spcAft>
                <a:spcPts val="2977"/>
              </a:spcAft>
              <a:defRPr sz="6720" cap="all" baseline="0">
                <a:solidFill>
                  <a:schemeClr val="tx1"/>
                </a:solidFill>
              </a:defRPr>
            </a:lvl1pPr>
            <a:lvl2pPr>
              <a:lnSpc>
                <a:spcPct val="80000"/>
              </a:lnSpc>
              <a:defRPr sz="1891">
                <a:solidFill>
                  <a:schemeClr val="tx1"/>
                </a:solidFill>
              </a:defRPr>
            </a:lvl2pPr>
          </a:lstStyle>
          <a:p>
            <a:pPr lvl="0"/>
            <a:r>
              <a:rPr lang="en-US"/>
              <a:t>Click to edit Master text styles</a:t>
            </a:r>
          </a:p>
        </p:txBody>
      </p:sp>
      <p:sp>
        <p:nvSpPr>
          <p:cNvPr id="5" name="Text Placeholder 4">
            <a:extLst>
              <a:ext uri="{FF2B5EF4-FFF2-40B4-BE49-F238E27FC236}">
                <a16:creationId xmlns:a16="http://schemas.microsoft.com/office/drawing/2014/main" id="{B57B2C6D-31F3-4B5D-8AEA-D378B3F6B193}"/>
              </a:ext>
            </a:extLst>
          </p:cNvPr>
          <p:cNvSpPr>
            <a:spLocks noGrp="1"/>
          </p:cNvSpPr>
          <p:nvPr>
            <p:ph type="body" sz="quarter" idx="14"/>
          </p:nvPr>
        </p:nvSpPr>
        <p:spPr>
          <a:xfrm>
            <a:off x="5755849" y="5379115"/>
            <a:ext cx="10312678" cy="12470145"/>
          </a:xfrm>
        </p:spPr>
        <p:txBody>
          <a:bodyPr/>
          <a:lstStyle>
            <a:lvl1pPr>
              <a:spcAft>
                <a:spcPts val="2977"/>
              </a:spcAft>
              <a:defRPr sz="1891"/>
            </a:lvl1pPr>
            <a:lvl2pPr>
              <a:spcAft>
                <a:spcPts val="0"/>
              </a:spcAft>
              <a:defRPr sz="1260">
                <a:latin typeface="+mj-lt"/>
              </a:defRPr>
            </a:lvl2pPr>
            <a:lvl3pPr>
              <a:defRPr sz="1260"/>
            </a:lvl3pPr>
            <a:lvl4pPr>
              <a:defRPr sz="1260"/>
            </a:lvl4pPr>
            <a:lvl5pPr>
              <a:defRPr sz="1260"/>
            </a:lvl5pPr>
          </a:lstStyle>
          <a:p>
            <a:pPr lvl="0"/>
            <a:r>
              <a:rPr lang="en-US"/>
              <a:t>Click to edit Master text styles</a:t>
            </a:r>
          </a:p>
          <a:p>
            <a:pPr lvl="1"/>
            <a:r>
              <a:rPr lang="en-US"/>
              <a:t>Second level</a:t>
            </a:r>
          </a:p>
        </p:txBody>
      </p:sp>
      <p:pic>
        <p:nvPicPr>
          <p:cNvPr id="9" name="Picture 8">
            <a:extLst>
              <a:ext uri="{FF2B5EF4-FFF2-40B4-BE49-F238E27FC236}">
                <a16:creationId xmlns:a16="http://schemas.microsoft.com/office/drawing/2014/main" id="{028A27A5-5565-45F0-9D37-5D2BA13EA6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3997" y="13"/>
            <a:ext cx="3197354" cy="21958300"/>
          </a:xfrm>
          <a:prstGeom prst="rect">
            <a:avLst/>
          </a:prstGeom>
        </p:spPr>
      </p:pic>
    </p:spTree>
    <p:extLst>
      <p:ext uri="{BB962C8B-B14F-4D97-AF65-F5344CB8AC3E}">
        <p14:creationId xmlns:p14="http://schemas.microsoft.com/office/powerpoint/2010/main" val="41645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image" Target="../media/image2.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8"/>
          <p:cNvSpPr>
            <a:spLocks noChangeArrowheads="1"/>
          </p:cNvSpPr>
          <p:nvPr/>
        </p:nvSpPr>
        <p:spPr bwMode="auto">
          <a:xfrm>
            <a:off x="20" y="20813006"/>
            <a:ext cx="16803688" cy="1145360"/>
          </a:xfrm>
          <a:prstGeom prst="rect">
            <a:avLst/>
          </a:prstGeom>
          <a:solidFill>
            <a:srgbClr val="94B0B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endParaRPr lang="en-US" altLang="x-none" sz="2091" b="1" dirty="0">
              <a:solidFill>
                <a:schemeClr val="bg2"/>
              </a:solidFill>
              <a:effectLst>
                <a:outerShdw blurRad="38100" dist="38100" dir="2700000" algn="tl">
                  <a:srgbClr val="000000">
                    <a:alpha val="43137"/>
                  </a:srgbClr>
                </a:outerShdw>
              </a:effectLst>
            </a:endParaRPr>
          </a:p>
        </p:txBody>
      </p:sp>
      <p:sp>
        <p:nvSpPr>
          <p:cNvPr id="1027" name="Rectangle 2"/>
          <p:cNvSpPr>
            <a:spLocks noGrp="1" noChangeArrowheads="1"/>
          </p:cNvSpPr>
          <p:nvPr>
            <p:ph type="title"/>
          </p:nvPr>
        </p:nvSpPr>
        <p:spPr bwMode="auto">
          <a:xfrm>
            <a:off x="860642" y="2446615"/>
            <a:ext cx="15123324" cy="3659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AU" altLang="x-none"/>
              <a:t>Click to edit Master title style</a:t>
            </a:r>
          </a:p>
        </p:txBody>
      </p:sp>
      <p:sp>
        <p:nvSpPr>
          <p:cNvPr id="1028" name="Rectangle 3"/>
          <p:cNvSpPr>
            <a:spLocks noGrp="1" noChangeArrowheads="1"/>
          </p:cNvSpPr>
          <p:nvPr>
            <p:ph type="body" idx="1"/>
          </p:nvPr>
        </p:nvSpPr>
        <p:spPr bwMode="auto">
          <a:xfrm>
            <a:off x="840219" y="6133488"/>
            <a:ext cx="15123324" cy="13479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AU" altLang="x-none" dirty="0"/>
              <a:t>Click to edit Master text styles</a:t>
            </a:r>
          </a:p>
          <a:p>
            <a:pPr lvl="1"/>
            <a:r>
              <a:rPr lang="en-AU" altLang="x-none" dirty="0"/>
              <a:t>Second level</a:t>
            </a:r>
          </a:p>
          <a:p>
            <a:pPr lvl="2"/>
            <a:r>
              <a:rPr lang="en-AU" altLang="x-none" dirty="0"/>
              <a:t>Third level</a:t>
            </a:r>
          </a:p>
          <a:p>
            <a:pPr lvl="3"/>
            <a:r>
              <a:rPr lang="en-AU" altLang="x-none" dirty="0"/>
              <a:t>Fourth level</a:t>
            </a:r>
          </a:p>
          <a:p>
            <a:pPr lvl="4"/>
            <a:r>
              <a:rPr lang="en-AU" altLang="x-none" dirty="0"/>
              <a:t>Fifth level</a:t>
            </a:r>
          </a:p>
        </p:txBody>
      </p:sp>
      <p:sp>
        <p:nvSpPr>
          <p:cNvPr id="1030" name="Rectangle 6"/>
          <p:cNvSpPr>
            <a:spLocks noGrp="1" noChangeArrowheads="1"/>
          </p:cNvSpPr>
          <p:nvPr>
            <p:ph type="sldNum" sz="quarter" idx="4"/>
          </p:nvPr>
        </p:nvSpPr>
        <p:spPr bwMode="auto">
          <a:xfrm>
            <a:off x="15963537" y="20812963"/>
            <a:ext cx="815387" cy="1070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defRPr>
            </a:lvl1pPr>
          </a:lstStyle>
          <a:p>
            <a:fld id="{0314E489-80A2-2240-BF01-5BCDDC02687A}" type="slidenum">
              <a:rPr lang="en-AU" altLang="x-none" smtClean="0"/>
              <a:pPr/>
              <a:t>‹#›</a:t>
            </a:fld>
            <a:endParaRPr lang="en-AU" altLang="x-none" dirty="0"/>
          </a:p>
        </p:txBody>
      </p:sp>
      <p:sp>
        <p:nvSpPr>
          <p:cNvPr id="1032" name="Rectangle 7"/>
          <p:cNvSpPr>
            <a:spLocks noChangeArrowheads="1"/>
          </p:cNvSpPr>
          <p:nvPr/>
        </p:nvSpPr>
        <p:spPr bwMode="auto">
          <a:xfrm>
            <a:off x="20" y="61"/>
            <a:ext cx="16803688" cy="2453370"/>
          </a:xfrm>
          <a:prstGeom prst="rect">
            <a:avLst/>
          </a:prstGeom>
          <a:solidFill>
            <a:srgbClr val="3333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ea typeface="Arial"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algn="ctr" eaLnBrk="1" hangingPunct="1"/>
            <a:endParaRPr lang="en-US" altLang="x-none" sz="2091"/>
          </a:p>
        </p:txBody>
      </p:sp>
      <p:pic>
        <p:nvPicPr>
          <p:cNvPr id="1033" name="Picture 9" descr="ANU_LOGO_WHIT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860644" y="318616"/>
            <a:ext cx="2249241" cy="1816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
            <a:extLst>
              <a:ext uri="{FF2B5EF4-FFF2-40B4-BE49-F238E27FC236}">
                <a16:creationId xmlns:a16="http://schemas.microsoft.com/office/drawing/2014/main" id="{3E6EC3E3-9DF5-48DD-88D5-C5E0CA914322}"/>
              </a:ext>
            </a:extLst>
          </p:cNvPr>
          <p:cNvSpPr>
            <a:spLocks noGrp="1" noChangeArrowheads="1"/>
          </p:cNvSpPr>
          <p:nvPr>
            <p:ph type="ftr" sz="quarter" idx="3"/>
          </p:nvPr>
        </p:nvSpPr>
        <p:spPr bwMode="auto">
          <a:xfrm>
            <a:off x="7028410" y="20663875"/>
            <a:ext cx="2746898" cy="1219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628" b="1">
                <a:solidFill>
                  <a:schemeClr val="bg2"/>
                </a:solidFill>
                <a:effectLst>
                  <a:outerShdw blurRad="38100" dist="38100" dir="2700000" algn="tl">
                    <a:srgbClr val="000000">
                      <a:alpha val="43137"/>
                    </a:srgbClr>
                  </a:outerShdw>
                </a:effectLst>
                <a:ea typeface="+mn-ea"/>
              </a:defRPr>
            </a:lvl1pPr>
          </a:lstStyle>
          <a:p>
            <a:pPr>
              <a:defRPr/>
            </a:pPr>
            <a:r>
              <a:rPr lang="en-AU"/>
              <a:t>Jonathan TING</a:t>
            </a:r>
            <a:endParaRPr lang="en-AU" dirty="0"/>
          </a:p>
        </p:txBody>
      </p:sp>
      <p:sp>
        <p:nvSpPr>
          <p:cNvPr id="10" name="Rectangle 4">
            <a:extLst>
              <a:ext uri="{FF2B5EF4-FFF2-40B4-BE49-F238E27FC236}">
                <a16:creationId xmlns:a16="http://schemas.microsoft.com/office/drawing/2014/main" id="{60954005-C43B-49D8-A922-CAEA6E91A188}"/>
              </a:ext>
            </a:extLst>
          </p:cNvPr>
          <p:cNvSpPr>
            <a:spLocks noGrp="1" noChangeArrowheads="1"/>
          </p:cNvSpPr>
          <p:nvPr>
            <p:ph type="dt" sz="half" idx="2"/>
          </p:nvPr>
        </p:nvSpPr>
        <p:spPr bwMode="auto">
          <a:xfrm>
            <a:off x="24817" y="20738420"/>
            <a:ext cx="5995158" cy="1260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392" b="1">
                <a:solidFill>
                  <a:srgbClr val="333333"/>
                </a:solidFill>
                <a:effectLst>
                  <a:outerShdw blurRad="38100" dist="38100" dir="2700000" algn="tl">
                    <a:srgbClr val="000000">
                      <a:alpha val="43137"/>
                    </a:srgbClr>
                  </a:outerShdw>
                </a:effectLst>
              </a:defRPr>
            </a:lvl1pPr>
          </a:lstStyle>
          <a:p>
            <a:r>
              <a:rPr lang="en-US" altLang="x-none" dirty="0"/>
              <a:t>HDR Monitoring Presentation | 15.04.2021</a:t>
            </a:r>
            <a:endParaRPr lang="x-none" altLang="x-none" dirty="0"/>
          </a:p>
        </p:txBody>
      </p:sp>
    </p:spTree>
    <p:extLst>
      <p:ext uri="{BB962C8B-B14F-4D97-AF65-F5344CB8AC3E}">
        <p14:creationId xmlns:p14="http://schemas.microsoft.com/office/powerpoint/2010/main" val="3244609116"/>
      </p:ext>
    </p:extLst>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4179">
          <a:solidFill>
            <a:srgbClr val="527688"/>
          </a:solidFill>
          <a:latin typeface="+mj-lt"/>
          <a:ea typeface="Arial" charset="0"/>
          <a:cs typeface="+mj-cs"/>
        </a:defRPr>
      </a:lvl1pPr>
      <a:lvl2pPr algn="l" rtl="0" eaLnBrk="0" fontAlgn="base" hangingPunct="0">
        <a:spcBef>
          <a:spcPct val="0"/>
        </a:spcBef>
        <a:spcAft>
          <a:spcPct val="0"/>
        </a:spcAft>
        <a:defRPr sz="4179">
          <a:solidFill>
            <a:srgbClr val="527688"/>
          </a:solidFill>
          <a:latin typeface="Arial" charset="0"/>
          <a:ea typeface="Arial" charset="0"/>
          <a:cs typeface="Arial" charset="0"/>
        </a:defRPr>
      </a:lvl2pPr>
      <a:lvl3pPr algn="l" rtl="0" eaLnBrk="0" fontAlgn="base" hangingPunct="0">
        <a:spcBef>
          <a:spcPct val="0"/>
        </a:spcBef>
        <a:spcAft>
          <a:spcPct val="0"/>
        </a:spcAft>
        <a:defRPr sz="4179">
          <a:solidFill>
            <a:srgbClr val="527688"/>
          </a:solidFill>
          <a:latin typeface="Arial" charset="0"/>
          <a:ea typeface="Arial" charset="0"/>
          <a:cs typeface="Arial" charset="0"/>
        </a:defRPr>
      </a:lvl3pPr>
      <a:lvl4pPr algn="l" rtl="0" eaLnBrk="0" fontAlgn="base" hangingPunct="0">
        <a:spcBef>
          <a:spcPct val="0"/>
        </a:spcBef>
        <a:spcAft>
          <a:spcPct val="0"/>
        </a:spcAft>
        <a:defRPr sz="4179">
          <a:solidFill>
            <a:srgbClr val="527688"/>
          </a:solidFill>
          <a:latin typeface="Arial" charset="0"/>
          <a:ea typeface="Arial" charset="0"/>
          <a:cs typeface="Arial" charset="0"/>
        </a:defRPr>
      </a:lvl4pPr>
      <a:lvl5pPr algn="l" rtl="0" eaLnBrk="0" fontAlgn="base" hangingPunct="0">
        <a:spcBef>
          <a:spcPct val="0"/>
        </a:spcBef>
        <a:spcAft>
          <a:spcPct val="0"/>
        </a:spcAft>
        <a:defRPr sz="4179">
          <a:solidFill>
            <a:srgbClr val="527688"/>
          </a:solidFill>
          <a:latin typeface="Arial" charset="0"/>
          <a:ea typeface="Arial" charset="0"/>
          <a:cs typeface="Arial" charset="0"/>
        </a:defRPr>
      </a:lvl5pPr>
      <a:lvl6pPr marL="531112" algn="l" rtl="0" fontAlgn="base">
        <a:spcBef>
          <a:spcPct val="0"/>
        </a:spcBef>
        <a:spcAft>
          <a:spcPct val="0"/>
        </a:spcAft>
        <a:defRPr sz="4179">
          <a:solidFill>
            <a:srgbClr val="527688"/>
          </a:solidFill>
          <a:latin typeface="Arial" charset="0"/>
          <a:cs typeface="Arial" charset="0"/>
        </a:defRPr>
      </a:lvl6pPr>
      <a:lvl7pPr marL="1062224" algn="l" rtl="0" fontAlgn="base">
        <a:spcBef>
          <a:spcPct val="0"/>
        </a:spcBef>
        <a:spcAft>
          <a:spcPct val="0"/>
        </a:spcAft>
        <a:defRPr sz="4179">
          <a:solidFill>
            <a:srgbClr val="527688"/>
          </a:solidFill>
          <a:latin typeface="Arial" charset="0"/>
          <a:cs typeface="Arial" charset="0"/>
        </a:defRPr>
      </a:lvl7pPr>
      <a:lvl8pPr marL="1593335" algn="l" rtl="0" fontAlgn="base">
        <a:spcBef>
          <a:spcPct val="0"/>
        </a:spcBef>
        <a:spcAft>
          <a:spcPct val="0"/>
        </a:spcAft>
        <a:defRPr sz="4179">
          <a:solidFill>
            <a:srgbClr val="527688"/>
          </a:solidFill>
          <a:latin typeface="Arial" charset="0"/>
          <a:cs typeface="Arial" charset="0"/>
        </a:defRPr>
      </a:lvl8pPr>
      <a:lvl9pPr marL="2124448" algn="l" rtl="0" fontAlgn="base">
        <a:spcBef>
          <a:spcPct val="0"/>
        </a:spcBef>
        <a:spcAft>
          <a:spcPct val="0"/>
        </a:spcAft>
        <a:defRPr sz="4179">
          <a:solidFill>
            <a:srgbClr val="527688"/>
          </a:solidFill>
          <a:latin typeface="Arial" charset="0"/>
          <a:cs typeface="Arial" charset="0"/>
        </a:defRPr>
      </a:lvl9pPr>
    </p:titleStyle>
    <p:bodyStyle>
      <a:lvl1pPr marL="398333" indent="-398333" algn="l" rtl="0" eaLnBrk="0" fontAlgn="base" hangingPunct="0">
        <a:spcBef>
          <a:spcPct val="20000"/>
        </a:spcBef>
        <a:spcAft>
          <a:spcPct val="0"/>
        </a:spcAft>
        <a:buChar char="•"/>
        <a:defRPr sz="3718">
          <a:solidFill>
            <a:schemeClr val="tx1"/>
          </a:solidFill>
          <a:latin typeface="+mn-lt"/>
          <a:ea typeface="Arial" charset="0"/>
          <a:cs typeface="+mn-cs"/>
        </a:defRPr>
      </a:lvl1pPr>
      <a:lvl2pPr marL="863056" indent="-331942" algn="l" rtl="0" eaLnBrk="0" fontAlgn="base" hangingPunct="0">
        <a:spcBef>
          <a:spcPct val="20000"/>
        </a:spcBef>
        <a:spcAft>
          <a:spcPct val="0"/>
        </a:spcAft>
        <a:buChar char="–"/>
        <a:defRPr sz="3252">
          <a:solidFill>
            <a:schemeClr val="tx1"/>
          </a:solidFill>
          <a:latin typeface="+mn-lt"/>
          <a:ea typeface="Arial" charset="0"/>
          <a:cs typeface="+mn-cs"/>
        </a:defRPr>
      </a:lvl2pPr>
      <a:lvl3pPr marL="1327780" indent="-265557" algn="l" rtl="0" eaLnBrk="0" fontAlgn="base" hangingPunct="0">
        <a:spcBef>
          <a:spcPct val="20000"/>
        </a:spcBef>
        <a:spcAft>
          <a:spcPct val="0"/>
        </a:spcAft>
        <a:buChar char="•"/>
        <a:defRPr sz="2788">
          <a:solidFill>
            <a:schemeClr val="tx1"/>
          </a:solidFill>
          <a:latin typeface="+mn-lt"/>
          <a:ea typeface="Arial" charset="0"/>
          <a:cs typeface="+mn-cs"/>
        </a:defRPr>
      </a:lvl3pPr>
      <a:lvl4pPr marL="1858893" indent="-265557" algn="l" rtl="0" eaLnBrk="0" fontAlgn="base" hangingPunct="0">
        <a:spcBef>
          <a:spcPct val="20000"/>
        </a:spcBef>
        <a:spcAft>
          <a:spcPct val="0"/>
        </a:spcAft>
        <a:buChar char="–"/>
        <a:defRPr sz="2324">
          <a:solidFill>
            <a:schemeClr val="tx1"/>
          </a:solidFill>
          <a:latin typeface="+mn-lt"/>
          <a:ea typeface="Arial" charset="0"/>
          <a:cs typeface="+mn-cs"/>
        </a:defRPr>
      </a:lvl4pPr>
      <a:lvl5pPr marL="2390003" indent="-265557" algn="l" rtl="0" eaLnBrk="0" fontAlgn="base" hangingPunct="0">
        <a:spcBef>
          <a:spcPct val="20000"/>
        </a:spcBef>
        <a:spcAft>
          <a:spcPct val="0"/>
        </a:spcAft>
        <a:buChar char="»"/>
        <a:defRPr sz="2324">
          <a:solidFill>
            <a:schemeClr val="tx1"/>
          </a:solidFill>
          <a:latin typeface="+mn-lt"/>
          <a:ea typeface="Arial" charset="0"/>
          <a:cs typeface="+mn-cs"/>
        </a:defRPr>
      </a:lvl5pPr>
      <a:lvl6pPr marL="2921112" indent="-265557" algn="l" rtl="0" fontAlgn="base">
        <a:spcBef>
          <a:spcPct val="20000"/>
        </a:spcBef>
        <a:spcAft>
          <a:spcPct val="0"/>
        </a:spcAft>
        <a:buChar char="»"/>
        <a:defRPr sz="2324">
          <a:solidFill>
            <a:schemeClr val="tx1"/>
          </a:solidFill>
          <a:latin typeface="+mn-lt"/>
          <a:cs typeface="+mn-cs"/>
        </a:defRPr>
      </a:lvl6pPr>
      <a:lvl7pPr marL="3452225" indent="-265557" algn="l" rtl="0" fontAlgn="base">
        <a:spcBef>
          <a:spcPct val="20000"/>
        </a:spcBef>
        <a:spcAft>
          <a:spcPct val="0"/>
        </a:spcAft>
        <a:buChar char="»"/>
        <a:defRPr sz="2324">
          <a:solidFill>
            <a:schemeClr val="tx1"/>
          </a:solidFill>
          <a:latin typeface="+mn-lt"/>
          <a:cs typeface="+mn-cs"/>
        </a:defRPr>
      </a:lvl7pPr>
      <a:lvl8pPr marL="3983338" indent="-265557" algn="l" rtl="0" fontAlgn="base">
        <a:spcBef>
          <a:spcPct val="20000"/>
        </a:spcBef>
        <a:spcAft>
          <a:spcPct val="0"/>
        </a:spcAft>
        <a:buChar char="»"/>
        <a:defRPr sz="2324">
          <a:solidFill>
            <a:schemeClr val="tx1"/>
          </a:solidFill>
          <a:latin typeface="+mn-lt"/>
          <a:cs typeface="+mn-cs"/>
        </a:defRPr>
      </a:lvl8pPr>
      <a:lvl9pPr marL="4514448" indent="-265557" algn="l" rtl="0" fontAlgn="base">
        <a:spcBef>
          <a:spcPct val="20000"/>
        </a:spcBef>
        <a:spcAft>
          <a:spcPct val="0"/>
        </a:spcAft>
        <a:buChar char="»"/>
        <a:defRPr sz="2324">
          <a:solidFill>
            <a:schemeClr val="tx1"/>
          </a:solidFill>
          <a:latin typeface="+mn-lt"/>
          <a:cs typeface="+mn-cs"/>
        </a:defRPr>
      </a:lvl9pPr>
    </p:bodyStyle>
    <p:otherStyle>
      <a:defPPr>
        <a:defRPr lang="en-US"/>
      </a:defPPr>
      <a:lvl1pPr marL="0" algn="l" defTabSz="1062224" rtl="0" eaLnBrk="1" latinLnBrk="0" hangingPunct="1">
        <a:defRPr sz="2091" kern="1200">
          <a:solidFill>
            <a:schemeClr val="tx1"/>
          </a:solidFill>
          <a:latin typeface="+mn-lt"/>
          <a:ea typeface="+mn-ea"/>
          <a:cs typeface="+mn-cs"/>
        </a:defRPr>
      </a:lvl1pPr>
      <a:lvl2pPr marL="531112" algn="l" defTabSz="1062224" rtl="0" eaLnBrk="1" latinLnBrk="0" hangingPunct="1">
        <a:defRPr sz="2091" kern="1200">
          <a:solidFill>
            <a:schemeClr val="tx1"/>
          </a:solidFill>
          <a:latin typeface="+mn-lt"/>
          <a:ea typeface="+mn-ea"/>
          <a:cs typeface="+mn-cs"/>
        </a:defRPr>
      </a:lvl2pPr>
      <a:lvl3pPr marL="1062224" algn="l" defTabSz="1062224" rtl="0" eaLnBrk="1" latinLnBrk="0" hangingPunct="1">
        <a:defRPr sz="2091" kern="1200">
          <a:solidFill>
            <a:schemeClr val="tx1"/>
          </a:solidFill>
          <a:latin typeface="+mn-lt"/>
          <a:ea typeface="+mn-ea"/>
          <a:cs typeface="+mn-cs"/>
        </a:defRPr>
      </a:lvl3pPr>
      <a:lvl4pPr marL="1593335" algn="l" defTabSz="1062224" rtl="0" eaLnBrk="1" latinLnBrk="0" hangingPunct="1">
        <a:defRPr sz="2091" kern="1200">
          <a:solidFill>
            <a:schemeClr val="tx1"/>
          </a:solidFill>
          <a:latin typeface="+mn-lt"/>
          <a:ea typeface="+mn-ea"/>
          <a:cs typeface="+mn-cs"/>
        </a:defRPr>
      </a:lvl4pPr>
      <a:lvl5pPr marL="2124448" algn="l" defTabSz="1062224" rtl="0" eaLnBrk="1" latinLnBrk="0" hangingPunct="1">
        <a:defRPr sz="2091" kern="1200">
          <a:solidFill>
            <a:schemeClr val="tx1"/>
          </a:solidFill>
          <a:latin typeface="+mn-lt"/>
          <a:ea typeface="+mn-ea"/>
          <a:cs typeface="+mn-cs"/>
        </a:defRPr>
      </a:lvl5pPr>
      <a:lvl6pPr marL="2655560" algn="l" defTabSz="1062224" rtl="0" eaLnBrk="1" latinLnBrk="0" hangingPunct="1">
        <a:defRPr sz="2091" kern="1200">
          <a:solidFill>
            <a:schemeClr val="tx1"/>
          </a:solidFill>
          <a:latin typeface="+mn-lt"/>
          <a:ea typeface="+mn-ea"/>
          <a:cs typeface="+mn-cs"/>
        </a:defRPr>
      </a:lvl6pPr>
      <a:lvl7pPr marL="3186670" algn="l" defTabSz="1062224" rtl="0" eaLnBrk="1" latinLnBrk="0" hangingPunct="1">
        <a:defRPr sz="2091" kern="1200">
          <a:solidFill>
            <a:schemeClr val="tx1"/>
          </a:solidFill>
          <a:latin typeface="+mn-lt"/>
          <a:ea typeface="+mn-ea"/>
          <a:cs typeface="+mn-cs"/>
        </a:defRPr>
      </a:lvl7pPr>
      <a:lvl8pPr marL="3717783" algn="l" defTabSz="1062224" rtl="0" eaLnBrk="1" latinLnBrk="0" hangingPunct="1">
        <a:defRPr sz="2091" kern="1200">
          <a:solidFill>
            <a:schemeClr val="tx1"/>
          </a:solidFill>
          <a:latin typeface="+mn-lt"/>
          <a:ea typeface="+mn-ea"/>
          <a:cs typeface="+mn-cs"/>
        </a:defRPr>
      </a:lvl8pPr>
      <a:lvl9pPr marL="4248893" algn="l" defTabSz="1062224" rtl="0" eaLnBrk="1" latinLnBrk="0" hangingPunct="1">
        <a:defRPr sz="209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5412" y="1383208"/>
            <a:ext cx="15546720" cy="3232756"/>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95412" y="7684452"/>
            <a:ext cx="15546720" cy="115266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551370" y="20978537"/>
            <a:ext cx="9923438" cy="461067"/>
          </a:xfrm>
          <a:prstGeom prst="rect">
            <a:avLst/>
          </a:prstGeom>
        </p:spPr>
        <p:txBody>
          <a:bodyPr vert="horz" lIns="0" tIns="0" rIns="0" bIns="0" rtlCol="0" anchor="t"/>
          <a:lstStyle>
            <a:lvl1pPr algn="l">
              <a:defRPr sz="630" cap="all" baseline="0">
                <a:solidFill>
                  <a:schemeClr val="tx1">
                    <a:tint val="75000"/>
                  </a:schemeClr>
                </a:solidFill>
              </a:defRPr>
            </a:lvl1pPr>
          </a:lstStyle>
          <a:p>
            <a:r>
              <a:rPr lang="en-US"/>
              <a:t>ANU SCHOOL OF COMPUTING   |   CAMS 2022</a:t>
            </a:r>
            <a:endParaRPr lang="en-AU" dirty="0"/>
          </a:p>
        </p:txBody>
      </p:sp>
      <p:sp>
        <p:nvSpPr>
          <p:cNvPr id="6" name="Slide Number Placeholder 5"/>
          <p:cNvSpPr>
            <a:spLocks noGrp="1"/>
          </p:cNvSpPr>
          <p:nvPr>
            <p:ph type="sldNum" sz="quarter" idx="4"/>
          </p:nvPr>
        </p:nvSpPr>
        <p:spPr>
          <a:xfrm>
            <a:off x="595410" y="20978537"/>
            <a:ext cx="661563" cy="461067"/>
          </a:xfrm>
          <a:prstGeom prst="rect">
            <a:avLst/>
          </a:prstGeom>
        </p:spPr>
        <p:txBody>
          <a:bodyPr vert="horz" lIns="0" tIns="0" rIns="0" bIns="0" rtlCol="0" anchor="t"/>
          <a:lstStyle>
            <a:lvl1pPr algn="l">
              <a:defRPr sz="630" cap="all" baseline="0">
                <a:solidFill>
                  <a:schemeClr val="tx1">
                    <a:tint val="75000"/>
                  </a:schemeClr>
                </a:solidFill>
              </a:defRPr>
            </a:lvl1pPr>
          </a:lstStyle>
          <a:p>
            <a:pPr algn="l"/>
            <a:fld id="{10A01DC5-1685-4615-8240-15192985C6A2}" type="slidenum">
              <a:rPr lang="en-AU" smtClean="0"/>
              <a:pPr/>
              <a:t>‹#›</a:t>
            </a:fld>
            <a:endParaRPr lang="en-AU" dirty="0"/>
          </a:p>
        </p:txBody>
      </p:sp>
      <p:sp>
        <p:nvSpPr>
          <p:cNvPr id="11" name="Date Placeholder 10">
            <a:extLst>
              <a:ext uri="{FF2B5EF4-FFF2-40B4-BE49-F238E27FC236}">
                <a16:creationId xmlns:a16="http://schemas.microsoft.com/office/drawing/2014/main" id="{32F70BC5-DBE8-42FB-9A35-2E8AC821B1A4}"/>
              </a:ext>
            </a:extLst>
          </p:cNvPr>
          <p:cNvSpPr>
            <a:spLocks noGrp="1"/>
          </p:cNvSpPr>
          <p:nvPr>
            <p:ph type="dt" sz="half" idx="2"/>
          </p:nvPr>
        </p:nvSpPr>
        <p:spPr>
          <a:xfrm>
            <a:off x="13562038" y="20978537"/>
            <a:ext cx="1323125" cy="461067"/>
          </a:xfrm>
          <a:prstGeom prst="rect">
            <a:avLst/>
          </a:prstGeom>
        </p:spPr>
        <p:txBody>
          <a:bodyPr vert="horz" lIns="0" tIns="0" rIns="0" bIns="0" rtlCol="0" anchor="ctr"/>
          <a:lstStyle>
            <a:lvl1pPr algn="l">
              <a:defRPr sz="630" cap="all" baseline="0">
                <a:solidFill>
                  <a:schemeClr val="tx1">
                    <a:tint val="75000"/>
                  </a:schemeClr>
                </a:solidFill>
              </a:defRPr>
            </a:lvl1pPr>
          </a:lstStyle>
          <a:p>
            <a:r>
              <a:rPr lang="en-US"/>
              <a:t>01.06.2022</a:t>
            </a:r>
            <a:endParaRPr lang="en-AU" dirty="0"/>
          </a:p>
        </p:txBody>
      </p:sp>
      <p:pic>
        <p:nvPicPr>
          <p:cNvPr id="13" name="Picture 12">
            <a:extLst>
              <a:ext uri="{FF2B5EF4-FFF2-40B4-BE49-F238E27FC236}">
                <a16:creationId xmlns:a16="http://schemas.microsoft.com/office/drawing/2014/main" id="{4D0D0F13-15D6-46D3-A127-7A9C189C6479}"/>
              </a:ext>
            </a:extLst>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3" y="20025667"/>
            <a:ext cx="16803688" cy="1093034"/>
          </a:xfrm>
          <a:prstGeom prst="rect">
            <a:avLst/>
          </a:prstGeom>
        </p:spPr>
      </p:pic>
    </p:spTree>
    <p:extLst>
      <p:ext uri="{BB962C8B-B14F-4D97-AF65-F5344CB8AC3E}">
        <p14:creationId xmlns:p14="http://schemas.microsoft.com/office/powerpoint/2010/main" val="349816722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Lst>
  <p:hf hdr="0"/>
  <p:txStyles>
    <p:titleStyle>
      <a:lvl1pPr algn="l" defTabSz="720119" rtl="0" eaLnBrk="1" latinLnBrk="0" hangingPunct="1">
        <a:lnSpc>
          <a:spcPct val="80000"/>
        </a:lnSpc>
        <a:spcBef>
          <a:spcPct val="0"/>
        </a:spcBef>
        <a:buNone/>
        <a:defRPr sz="3780" kern="1200">
          <a:solidFill>
            <a:schemeClr val="accent1"/>
          </a:solidFill>
          <a:latin typeface="+mj-lt"/>
          <a:ea typeface="+mj-ea"/>
          <a:cs typeface="+mj-cs"/>
        </a:defRPr>
      </a:lvl1pPr>
    </p:titleStyle>
    <p:bodyStyle>
      <a:lvl1pPr marL="0" indent="0" algn="l" defTabSz="720119" rtl="0" eaLnBrk="1" latinLnBrk="0" hangingPunct="1">
        <a:lnSpc>
          <a:spcPct val="100000"/>
        </a:lnSpc>
        <a:spcBef>
          <a:spcPts val="0"/>
        </a:spcBef>
        <a:spcAft>
          <a:spcPts val="630"/>
        </a:spcAft>
        <a:buFont typeface="Arial" panose="020B0604020202020204" pitchFamily="34" charset="0"/>
        <a:buNone/>
        <a:defRPr sz="1470" b="0" kern="1200">
          <a:solidFill>
            <a:schemeClr val="accent1"/>
          </a:solidFill>
          <a:latin typeface="+mj-lt"/>
          <a:ea typeface="+mn-ea"/>
          <a:cs typeface="+mn-cs"/>
        </a:defRPr>
      </a:lvl1pPr>
      <a:lvl2pPr marL="0" indent="0" algn="l" defTabSz="720119" rtl="0" eaLnBrk="1" latinLnBrk="0" hangingPunct="1">
        <a:lnSpc>
          <a:spcPct val="100000"/>
        </a:lnSpc>
        <a:spcBef>
          <a:spcPts val="0"/>
        </a:spcBef>
        <a:spcAft>
          <a:spcPts val="630"/>
        </a:spcAft>
        <a:buFont typeface="Arial" panose="020B0604020202020204" pitchFamily="34" charset="0"/>
        <a:buNone/>
        <a:defRPr sz="1155" kern="1200">
          <a:solidFill>
            <a:schemeClr val="tx1"/>
          </a:solidFill>
          <a:latin typeface="+mn-lt"/>
          <a:ea typeface="+mn-ea"/>
          <a:cs typeface="+mn-cs"/>
        </a:defRPr>
      </a:lvl2pPr>
      <a:lvl3pPr marL="189008" indent="-189008" algn="l" defTabSz="720119" rtl="0" eaLnBrk="1" latinLnBrk="0" hangingPunct="1">
        <a:lnSpc>
          <a:spcPct val="100000"/>
        </a:lnSpc>
        <a:spcBef>
          <a:spcPts val="0"/>
        </a:spcBef>
        <a:spcAft>
          <a:spcPts val="630"/>
        </a:spcAft>
        <a:buClr>
          <a:schemeClr val="accent1"/>
        </a:buClr>
        <a:buFont typeface="Arial" panose="020B0604020202020204" pitchFamily="34" charset="0"/>
        <a:buChar char="•"/>
        <a:defRPr sz="1155" kern="1200">
          <a:solidFill>
            <a:schemeClr val="tx1"/>
          </a:solidFill>
          <a:latin typeface="+mn-lt"/>
          <a:ea typeface="+mn-ea"/>
          <a:cs typeface="+mn-cs"/>
        </a:defRPr>
      </a:lvl3pPr>
      <a:lvl4pPr marL="378015" indent="-189008" algn="l" defTabSz="720119" rtl="0" eaLnBrk="1" latinLnBrk="0" hangingPunct="1">
        <a:lnSpc>
          <a:spcPct val="100000"/>
        </a:lnSpc>
        <a:spcBef>
          <a:spcPts val="0"/>
        </a:spcBef>
        <a:spcAft>
          <a:spcPts val="630"/>
        </a:spcAft>
        <a:buClr>
          <a:schemeClr val="accent1"/>
        </a:buClr>
        <a:buFont typeface="Times New Roman" panose="02020603050405020304" pitchFamily="18" charset="0"/>
        <a:buChar char="–"/>
        <a:defRPr sz="1155" kern="1200">
          <a:solidFill>
            <a:schemeClr val="tx1"/>
          </a:solidFill>
          <a:latin typeface="+mn-lt"/>
          <a:ea typeface="+mn-ea"/>
          <a:cs typeface="+mn-cs"/>
        </a:defRPr>
      </a:lvl4pPr>
      <a:lvl5pPr marL="567023" indent="-189008" algn="l" defTabSz="720119" rtl="0" eaLnBrk="1" latinLnBrk="0" hangingPunct="1">
        <a:lnSpc>
          <a:spcPct val="100000"/>
        </a:lnSpc>
        <a:spcBef>
          <a:spcPts val="0"/>
        </a:spcBef>
        <a:spcAft>
          <a:spcPts val="630"/>
        </a:spcAft>
        <a:buClr>
          <a:schemeClr val="accent1"/>
        </a:buClr>
        <a:buFont typeface="Sofia Pro Light" panose="020B0000000000000000" pitchFamily="34" charset="0"/>
        <a:buChar char="»"/>
        <a:defRPr sz="1155" kern="1200">
          <a:solidFill>
            <a:schemeClr val="tx1"/>
          </a:solidFill>
          <a:latin typeface="+mn-lt"/>
          <a:ea typeface="+mn-ea"/>
          <a:cs typeface="+mn-cs"/>
        </a:defRPr>
      </a:lvl5pPr>
      <a:lvl6pPr marL="1980327" indent="-180030" algn="l" defTabSz="720119"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40386" indent="-180030" algn="l" defTabSz="720119"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700445" indent="-180030" algn="l" defTabSz="720119"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60505" indent="-180030" algn="l" defTabSz="720119"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20119" rtl="0" eaLnBrk="1" latinLnBrk="0" hangingPunct="1">
        <a:defRPr sz="1417" kern="1200">
          <a:solidFill>
            <a:schemeClr val="tx1"/>
          </a:solidFill>
          <a:latin typeface="+mn-lt"/>
          <a:ea typeface="+mn-ea"/>
          <a:cs typeface="+mn-cs"/>
        </a:defRPr>
      </a:lvl1pPr>
      <a:lvl2pPr marL="360060" algn="l" defTabSz="720119" rtl="0" eaLnBrk="1" latinLnBrk="0" hangingPunct="1">
        <a:defRPr sz="1417" kern="1200">
          <a:solidFill>
            <a:schemeClr val="tx1"/>
          </a:solidFill>
          <a:latin typeface="+mn-lt"/>
          <a:ea typeface="+mn-ea"/>
          <a:cs typeface="+mn-cs"/>
        </a:defRPr>
      </a:lvl2pPr>
      <a:lvl3pPr marL="720119" algn="l" defTabSz="720119" rtl="0" eaLnBrk="1" latinLnBrk="0" hangingPunct="1">
        <a:defRPr sz="1417" kern="1200">
          <a:solidFill>
            <a:schemeClr val="tx1"/>
          </a:solidFill>
          <a:latin typeface="+mn-lt"/>
          <a:ea typeface="+mn-ea"/>
          <a:cs typeface="+mn-cs"/>
        </a:defRPr>
      </a:lvl3pPr>
      <a:lvl4pPr marL="1080178" algn="l" defTabSz="720119" rtl="0" eaLnBrk="1" latinLnBrk="0" hangingPunct="1">
        <a:defRPr sz="1417" kern="1200">
          <a:solidFill>
            <a:schemeClr val="tx1"/>
          </a:solidFill>
          <a:latin typeface="+mn-lt"/>
          <a:ea typeface="+mn-ea"/>
          <a:cs typeface="+mn-cs"/>
        </a:defRPr>
      </a:lvl4pPr>
      <a:lvl5pPr marL="1440238" algn="l" defTabSz="720119" rtl="0" eaLnBrk="1" latinLnBrk="0" hangingPunct="1">
        <a:defRPr sz="1417" kern="1200">
          <a:solidFill>
            <a:schemeClr val="tx1"/>
          </a:solidFill>
          <a:latin typeface="+mn-lt"/>
          <a:ea typeface="+mn-ea"/>
          <a:cs typeface="+mn-cs"/>
        </a:defRPr>
      </a:lvl5pPr>
      <a:lvl6pPr marL="1800297" algn="l" defTabSz="720119" rtl="0" eaLnBrk="1" latinLnBrk="0" hangingPunct="1">
        <a:defRPr sz="1417" kern="1200">
          <a:solidFill>
            <a:schemeClr val="tx1"/>
          </a:solidFill>
          <a:latin typeface="+mn-lt"/>
          <a:ea typeface="+mn-ea"/>
          <a:cs typeface="+mn-cs"/>
        </a:defRPr>
      </a:lvl6pPr>
      <a:lvl7pPr marL="2160357" algn="l" defTabSz="720119" rtl="0" eaLnBrk="1" latinLnBrk="0" hangingPunct="1">
        <a:defRPr sz="1417" kern="1200">
          <a:solidFill>
            <a:schemeClr val="tx1"/>
          </a:solidFill>
          <a:latin typeface="+mn-lt"/>
          <a:ea typeface="+mn-ea"/>
          <a:cs typeface="+mn-cs"/>
        </a:defRPr>
      </a:lvl7pPr>
      <a:lvl8pPr marL="2520416" algn="l" defTabSz="720119" rtl="0" eaLnBrk="1" latinLnBrk="0" hangingPunct="1">
        <a:defRPr sz="1417" kern="1200">
          <a:solidFill>
            <a:schemeClr val="tx1"/>
          </a:solidFill>
          <a:latin typeface="+mn-lt"/>
          <a:ea typeface="+mn-ea"/>
          <a:cs typeface="+mn-cs"/>
        </a:defRPr>
      </a:lvl8pPr>
      <a:lvl9pPr marL="2880475" algn="l" defTabSz="720119"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35.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2.xml"/><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slideLayout" Target="../slideLayouts/slideLayout35.xml"/><Relationship Id="rId1" Type="http://schemas.openxmlformats.org/officeDocument/2006/relationships/tags" Target="../tags/tag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notesSlide" Target="../notesSlides/notesSlide3.xml"/><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slideLayout" Target="../slideLayouts/slideLayout35.xml"/><Relationship Id="rId1" Type="http://schemas.openxmlformats.org/officeDocument/2006/relationships/tags" Target="../tags/tag3.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4.xml.rels><?xml version="1.0" encoding="UTF-8" standalone="yes"?>
<Relationships xmlns="http://schemas.openxmlformats.org/package/2006/relationships"><Relationship Id="rId13" Type="http://schemas.openxmlformats.org/officeDocument/2006/relationships/image" Target="../media/image39.png"/><Relationship Id="rId18" Type="http://schemas.openxmlformats.org/officeDocument/2006/relationships/image" Target="../media/image44.png"/><Relationship Id="rId26" Type="http://schemas.openxmlformats.org/officeDocument/2006/relationships/image" Target="../media/image52.png"/><Relationship Id="rId39" Type="http://schemas.openxmlformats.org/officeDocument/2006/relationships/image" Target="../media/image65.png"/><Relationship Id="rId21" Type="http://schemas.openxmlformats.org/officeDocument/2006/relationships/image" Target="../media/image47.png"/><Relationship Id="rId34" Type="http://schemas.openxmlformats.org/officeDocument/2006/relationships/image" Target="../media/image60.png"/><Relationship Id="rId42" Type="http://schemas.openxmlformats.org/officeDocument/2006/relationships/image" Target="../media/image68.png"/><Relationship Id="rId7" Type="http://schemas.openxmlformats.org/officeDocument/2006/relationships/image" Target="../media/image35.png"/><Relationship Id="rId2" Type="http://schemas.openxmlformats.org/officeDocument/2006/relationships/slideLayout" Target="../slideLayouts/slideLayout35.xml"/><Relationship Id="rId16" Type="http://schemas.openxmlformats.org/officeDocument/2006/relationships/image" Target="../media/image42.png"/><Relationship Id="rId29" Type="http://schemas.openxmlformats.org/officeDocument/2006/relationships/image" Target="../media/image55.png"/><Relationship Id="rId1" Type="http://schemas.openxmlformats.org/officeDocument/2006/relationships/tags" Target="../tags/tag4.xml"/><Relationship Id="rId6" Type="http://schemas.openxmlformats.org/officeDocument/2006/relationships/image" Target="../media/image34.png"/><Relationship Id="rId11" Type="http://schemas.openxmlformats.org/officeDocument/2006/relationships/image" Target="../media/image25.png"/><Relationship Id="rId24" Type="http://schemas.openxmlformats.org/officeDocument/2006/relationships/image" Target="../media/image50.png"/><Relationship Id="rId32" Type="http://schemas.openxmlformats.org/officeDocument/2006/relationships/image" Target="../media/image58.png"/><Relationship Id="rId37" Type="http://schemas.openxmlformats.org/officeDocument/2006/relationships/image" Target="../media/image63.png"/><Relationship Id="rId40" Type="http://schemas.openxmlformats.org/officeDocument/2006/relationships/image" Target="../media/image66.png"/><Relationship Id="rId45" Type="http://schemas.openxmlformats.org/officeDocument/2006/relationships/image" Target="../media/image71.png"/><Relationship Id="rId5" Type="http://schemas.openxmlformats.org/officeDocument/2006/relationships/image" Target="../media/image33.png"/><Relationship Id="rId15" Type="http://schemas.openxmlformats.org/officeDocument/2006/relationships/image" Target="../media/image41.png"/><Relationship Id="rId23" Type="http://schemas.openxmlformats.org/officeDocument/2006/relationships/image" Target="../media/image49.png"/><Relationship Id="rId28" Type="http://schemas.openxmlformats.org/officeDocument/2006/relationships/image" Target="../media/image54.png"/><Relationship Id="rId36" Type="http://schemas.openxmlformats.org/officeDocument/2006/relationships/image" Target="../media/image62.png"/><Relationship Id="rId10" Type="http://schemas.openxmlformats.org/officeDocument/2006/relationships/image" Target="../media/image20.png"/><Relationship Id="rId19" Type="http://schemas.openxmlformats.org/officeDocument/2006/relationships/image" Target="../media/image45.png"/><Relationship Id="rId31" Type="http://schemas.openxmlformats.org/officeDocument/2006/relationships/image" Target="../media/image57.png"/><Relationship Id="rId44" Type="http://schemas.openxmlformats.org/officeDocument/2006/relationships/image" Target="../media/image70.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0.png"/><Relationship Id="rId22" Type="http://schemas.openxmlformats.org/officeDocument/2006/relationships/image" Target="../media/image48.png"/><Relationship Id="rId27" Type="http://schemas.openxmlformats.org/officeDocument/2006/relationships/image" Target="../media/image53.png"/><Relationship Id="rId30" Type="http://schemas.openxmlformats.org/officeDocument/2006/relationships/image" Target="../media/image56.png"/><Relationship Id="rId35" Type="http://schemas.openxmlformats.org/officeDocument/2006/relationships/image" Target="../media/image61.png"/><Relationship Id="rId43" Type="http://schemas.openxmlformats.org/officeDocument/2006/relationships/image" Target="../media/image69.png"/><Relationship Id="rId8" Type="http://schemas.openxmlformats.org/officeDocument/2006/relationships/image" Target="../media/image36.png"/><Relationship Id="rId3" Type="http://schemas.openxmlformats.org/officeDocument/2006/relationships/notesSlide" Target="../notesSlides/notesSlide4.xml"/><Relationship Id="rId12" Type="http://schemas.openxmlformats.org/officeDocument/2006/relationships/image" Target="../media/image38.png"/><Relationship Id="rId17" Type="http://schemas.openxmlformats.org/officeDocument/2006/relationships/image" Target="../media/image43.png"/><Relationship Id="rId25" Type="http://schemas.openxmlformats.org/officeDocument/2006/relationships/image" Target="../media/image51.png"/><Relationship Id="rId33" Type="http://schemas.openxmlformats.org/officeDocument/2006/relationships/image" Target="../media/image59.png"/><Relationship Id="rId38" Type="http://schemas.openxmlformats.org/officeDocument/2006/relationships/image" Target="../media/image64.png"/><Relationship Id="rId20" Type="http://schemas.openxmlformats.org/officeDocument/2006/relationships/image" Target="../media/image46.png"/><Relationship Id="rId41" Type="http://schemas.openxmlformats.org/officeDocument/2006/relationships/image" Target="../media/image67.png"/></Relationships>
</file>

<file path=ppt/slides/_rels/slide5.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3" Type="http://schemas.openxmlformats.org/officeDocument/2006/relationships/notesSlide" Target="../notesSlides/notesSlide5.xml"/><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slideLayout" Target="../slideLayouts/slideLayout35.xml"/><Relationship Id="rId1" Type="http://schemas.openxmlformats.org/officeDocument/2006/relationships/tags" Target="../tags/tag5.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6.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notesSlide" Target="../notesSlides/notesSlide6.xml"/><Relationship Id="rId7" Type="http://schemas.openxmlformats.org/officeDocument/2006/relationships/image" Target="../media/image85.png"/><Relationship Id="rId12" Type="http://schemas.openxmlformats.org/officeDocument/2006/relationships/image" Target="../media/image90.png"/><Relationship Id="rId2" Type="http://schemas.openxmlformats.org/officeDocument/2006/relationships/slideLayout" Target="../slideLayouts/slideLayout35.xml"/><Relationship Id="rId1" Type="http://schemas.openxmlformats.org/officeDocument/2006/relationships/tags" Target="../tags/tag6.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0" Type="http://schemas.openxmlformats.org/officeDocument/2006/relationships/image" Target="../media/image88.png"/><Relationship Id="rId4" Type="http://schemas.openxmlformats.org/officeDocument/2006/relationships/image" Target="../media/image82.png"/><Relationship Id="rId9" Type="http://schemas.openxmlformats.org/officeDocument/2006/relationships/image" Target="../media/image87.png"/></Relationships>
</file>

<file path=ppt/slides/_rels/slide7.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7.xml"/><Relationship Id="rId7" Type="http://schemas.openxmlformats.org/officeDocument/2006/relationships/image" Target="../media/image95.png"/><Relationship Id="rId12" Type="http://schemas.openxmlformats.org/officeDocument/2006/relationships/image" Target="../media/image100.png"/><Relationship Id="rId2" Type="http://schemas.openxmlformats.org/officeDocument/2006/relationships/slideLayout" Target="../slideLayouts/slideLayout35.xml"/><Relationship Id="rId1" Type="http://schemas.openxmlformats.org/officeDocument/2006/relationships/tags" Target="../tags/tag7.xml"/><Relationship Id="rId6" Type="http://schemas.openxmlformats.org/officeDocument/2006/relationships/image" Target="../media/image94.png"/><Relationship Id="rId11" Type="http://schemas.openxmlformats.org/officeDocument/2006/relationships/image" Target="../media/image99.png"/><Relationship Id="rId5" Type="http://schemas.openxmlformats.org/officeDocument/2006/relationships/image" Target="../media/image93.png"/><Relationship Id="rId10" Type="http://schemas.openxmlformats.org/officeDocument/2006/relationships/image" Target="../media/image98.png"/><Relationship Id="rId4" Type="http://schemas.openxmlformats.org/officeDocument/2006/relationships/image" Target="../media/image92.png"/><Relationship Id="rId9" Type="http://schemas.openxmlformats.org/officeDocument/2006/relationships/image" Target="../media/image97.png"/></Relationships>
</file>

<file path=ppt/slides/_rels/slide8.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18" Type="http://schemas.openxmlformats.org/officeDocument/2006/relationships/image" Target="../media/image115.png"/><Relationship Id="rId3" Type="http://schemas.openxmlformats.org/officeDocument/2006/relationships/notesSlide" Target="../notesSlides/notesSlide8.xml"/><Relationship Id="rId7" Type="http://schemas.openxmlformats.org/officeDocument/2006/relationships/image" Target="../media/image104.png"/><Relationship Id="rId12" Type="http://schemas.openxmlformats.org/officeDocument/2006/relationships/image" Target="../media/image109.png"/><Relationship Id="rId17" Type="http://schemas.openxmlformats.org/officeDocument/2006/relationships/image" Target="../media/image114.png"/><Relationship Id="rId2" Type="http://schemas.openxmlformats.org/officeDocument/2006/relationships/slideLayout" Target="../slideLayouts/slideLayout35.xml"/><Relationship Id="rId16" Type="http://schemas.openxmlformats.org/officeDocument/2006/relationships/image" Target="../media/image113.png"/><Relationship Id="rId1" Type="http://schemas.openxmlformats.org/officeDocument/2006/relationships/tags" Target="../tags/tag8.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9.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29.png"/><Relationship Id="rId3" Type="http://schemas.openxmlformats.org/officeDocument/2006/relationships/notesSlide" Target="../notesSlides/notesSlide9.xml"/><Relationship Id="rId21" Type="http://schemas.openxmlformats.org/officeDocument/2006/relationships/image" Target="../media/image132.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8.png"/><Relationship Id="rId2" Type="http://schemas.openxmlformats.org/officeDocument/2006/relationships/slideLayout" Target="../slideLayouts/slideLayout35.xml"/><Relationship Id="rId16" Type="http://schemas.openxmlformats.org/officeDocument/2006/relationships/image" Target="../media/image102.png"/><Relationship Id="rId20" Type="http://schemas.openxmlformats.org/officeDocument/2006/relationships/image" Target="../media/image131.png"/><Relationship Id="rId1" Type="http://schemas.openxmlformats.org/officeDocument/2006/relationships/tags" Target="../tags/tag9.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19" Type="http://schemas.openxmlformats.org/officeDocument/2006/relationships/image" Target="../media/image130.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3.png"/></Relationships>
</file>

<file path=ppt/slides/_rels/slide10.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18" Type="http://schemas.openxmlformats.org/officeDocument/2006/relationships/image" Target="../media/image148.png"/><Relationship Id="rId3" Type="http://schemas.openxmlformats.org/officeDocument/2006/relationships/notesSlide" Target="../notesSlides/notesSlide10.xml"/><Relationship Id="rId7" Type="http://schemas.openxmlformats.org/officeDocument/2006/relationships/image" Target="../media/image137.png"/><Relationship Id="rId12" Type="http://schemas.openxmlformats.org/officeDocument/2006/relationships/image" Target="../media/image142.png"/><Relationship Id="rId17" Type="http://schemas.openxmlformats.org/officeDocument/2006/relationships/image" Target="../media/image147.png"/><Relationship Id="rId2" Type="http://schemas.openxmlformats.org/officeDocument/2006/relationships/slideLayout" Target="../slideLayouts/slideLayout35.xml"/><Relationship Id="rId16" Type="http://schemas.openxmlformats.org/officeDocument/2006/relationships/image" Target="../media/image146.png"/><Relationship Id="rId1" Type="http://schemas.openxmlformats.org/officeDocument/2006/relationships/tags" Target="../tags/tag10.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19" Type="http://schemas.openxmlformats.org/officeDocument/2006/relationships/image" Target="../media/image149.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1.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7.png"/><Relationship Id="rId18" Type="http://schemas.openxmlformats.org/officeDocument/2006/relationships/image" Target="../media/image162.png"/><Relationship Id="rId3" Type="http://schemas.openxmlformats.org/officeDocument/2006/relationships/notesSlide" Target="../notesSlides/notesSlide11.xml"/><Relationship Id="rId21" Type="http://schemas.openxmlformats.org/officeDocument/2006/relationships/image" Target="../media/image165.png"/><Relationship Id="rId7" Type="http://schemas.openxmlformats.org/officeDocument/2006/relationships/image" Target="../media/image152.png"/><Relationship Id="rId12" Type="http://schemas.openxmlformats.org/officeDocument/2006/relationships/image" Target="../media/image156.png"/><Relationship Id="rId17" Type="http://schemas.openxmlformats.org/officeDocument/2006/relationships/image" Target="../media/image161.png"/><Relationship Id="rId2" Type="http://schemas.openxmlformats.org/officeDocument/2006/relationships/slideLayout" Target="../slideLayouts/slideLayout35.xml"/><Relationship Id="rId16" Type="http://schemas.openxmlformats.org/officeDocument/2006/relationships/image" Target="../media/image160.png"/><Relationship Id="rId20" Type="http://schemas.openxmlformats.org/officeDocument/2006/relationships/image" Target="../media/image164.png"/><Relationship Id="rId1" Type="http://schemas.openxmlformats.org/officeDocument/2006/relationships/tags" Target="../tags/tag11.xml"/><Relationship Id="rId6" Type="http://schemas.openxmlformats.org/officeDocument/2006/relationships/image" Target="../media/image151.png"/><Relationship Id="rId11" Type="http://schemas.openxmlformats.org/officeDocument/2006/relationships/image" Target="../media/image20.png"/><Relationship Id="rId5" Type="http://schemas.openxmlformats.org/officeDocument/2006/relationships/image" Target="../media/image150.png"/><Relationship Id="rId15" Type="http://schemas.openxmlformats.org/officeDocument/2006/relationships/image" Target="../media/image159.png"/><Relationship Id="rId23" Type="http://schemas.openxmlformats.org/officeDocument/2006/relationships/image" Target="../media/image167.png"/><Relationship Id="rId10" Type="http://schemas.openxmlformats.org/officeDocument/2006/relationships/image" Target="../media/image155.png"/><Relationship Id="rId19" Type="http://schemas.openxmlformats.org/officeDocument/2006/relationships/image" Target="../media/image163.png"/><Relationship Id="rId4" Type="http://schemas.openxmlformats.org/officeDocument/2006/relationships/image" Target="../media/image25.png"/><Relationship Id="rId9" Type="http://schemas.openxmlformats.org/officeDocument/2006/relationships/image" Target="../media/image154.png"/><Relationship Id="rId14" Type="http://schemas.openxmlformats.org/officeDocument/2006/relationships/image" Target="../media/image158.png"/><Relationship Id="rId22" Type="http://schemas.openxmlformats.org/officeDocument/2006/relationships/image" Target="../media/image16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5.xml"/><Relationship Id="rId1" Type="http://schemas.openxmlformats.org/officeDocument/2006/relationships/tags" Target="../tags/tag12.xml"/><Relationship Id="rId5" Type="http://schemas.openxmlformats.org/officeDocument/2006/relationships/image" Target="../media/image790.png"/><Relationship Id="rId4" Type="http://schemas.openxmlformats.org/officeDocument/2006/relationships/image" Target="../media/image78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5.xml"/><Relationship Id="rId1" Type="http://schemas.openxmlformats.org/officeDocument/2006/relationships/tags" Target="../tags/tag13.xml"/><Relationship Id="rId6" Type="http://schemas.openxmlformats.org/officeDocument/2006/relationships/image" Target="../media/image920.png"/><Relationship Id="rId5" Type="http://schemas.openxmlformats.org/officeDocument/2006/relationships/image" Target="../media/image910.png"/><Relationship Id="rId4" Type="http://schemas.openxmlformats.org/officeDocument/2006/relationships/image" Target="../media/image90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860.png"/><Relationship Id="rId2" Type="http://schemas.openxmlformats.org/officeDocument/2006/relationships/slideLayout" Target="../slideLayouts/slideLayout35.xml"/><Relationship Id="rId1" Type="http://schemas.openxmlformats.org/officeDocument/2006/relationships/tags" Target="../tags/tag14.xml"/><Relationship Id="rId6" Type="http://schemas.openxmlformats.org/officeDocument/2006/relationships/image" Target="../media/image850.png"/><Relationship Id="rId5" Type="http://schemas.openxmlformats.org/officeDocument/2006/relationships/image" Target="../media/image840.png"/><Relationship Id="rId4" Type="http://schemas.openxmlformats.org/officeDocument/2006/relationships/image" Target="../media/image93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5.xml"/><Relationship Id="rId1" Type="http://schemas.openxmlformats.org/officeDocument/2006/relationships/tags" Target="../tags/tag15.xml"/><Relationship Id="rId5" Type="http://schemas.openxmlformats.org/officeDocument/2006/relationships/image" Target="../media/image169.png"/><Relationship Id="rId4" Type="http://schemas.openxmlformats.org/officeDocument/2006/relationships/image" Target="../media/image16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5.xml"/><Relationship Id="rId1" Type="http://schemas.openxmlformats.org/officeDocument/2006/relationships/tags" Target="../tags/tag16.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5.xml"/><Relationship Id="rId1" Type="http://schemas.openxmlformats.org/officeDocument/2006/relationships/tags" Target="../tags/tag17.xml"/><Relationship Id="rId5" Type="http://schemas.openxmlformats.org/officeDocument/2006/relationships/image" Target="../media/image1010.png"/><Relationship Id="rId4" Type="http://schemas.openxmlformats.org/officeDocument/2006/relationships/image" Target="../media/image169.png"/></Relationships>
</file>

<file path=ppt/slides/_rels/slide18.xml.rels><?xml version="1.0" encoding="UTF-8" standalone="yes"?>
<Relationships xmlns="http://schemas.openxmlformats.org/package/2006/relationships"><Relationship Id="rId8" Type="http://schemas.openxmlformats.org/officeDocument/2006/relationships/image" Target="../media/image179.png"/><Relationship Id="rId13" Type="http://schemas.openxmlformats.org/officeDocument/2006/relationships/image" Target="../media/image184.png"/><Relationship Id="rId3" Type="http://schemas.openxmlformats.org/officeDocument/2006/relationships/image" Target="../media/image174.png"/><Relationship Id="rId7" Type="http://schemas.openxmlformats.org/officeDocument/2006/relationships/image" Target="../media/image178.png"/><Relationship Id="rId12" Type="http://schemas.openxmlformats.org/officeDocument/2006/relationships/image" Target="../media/image183.png"/><Relationship Id="rId2" Type="http://schemas.openxmlformats.org/officeDocument/2006/relationships/image" Target="../media/image173.png"/><Relationship Id="rId1" Type="http://schemas.openxmlformats.org/officeDocument/2006/relationships/slideLayout" Target="../slideLayouts/slideLayout7.xml"/><Relationship Id="rId6" Type="http://schemas.openxmlformats.org/officeDocument/2006/relationships/image" Target="../media/image177.png"/><Relationship Id="rId11" Type="http://schemas.openxmlformats.org/officeDocument/2006/relationships/image" Target="../media/image182.png"/><Relationship Id="rId5" Type="http://schemas.openxmlformats.org/officeDocument/2006/relationships/image" Target="../media/image176.png"/><Relationship Id="rId10" Type="http://schemas.openxmlformats.org/officeDocument/2006/relationships/image" Target="../media/image181.png"/><Relationship Id="rId4" Type="http://schemas.openxmlformats.org/officeDocument/2006/relationships/image" Target="../media/image175.png"/><Relationship Id="rId9" Type="http://schemas.openxmlformats.org/officeDocument/2006/relationships/image" Target="../media/image180.png"/></Relationships>
</file>

<file path=ppt/slides/_rels/slide19.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84.png"/><Relationship Id="rId1" Type="http://schemas.openxmlformats.org/officeDocument/2006/relationships/slideLayout" Target="../slideLayouts/slideLayout7.xml"/><Relationship Id="rId5" Type="http://schemas.openxmlformats.org/officeDocument/2006/relationships/image" Target="../media/image186.png"/><Relationship Id="rId4" Type="http://schemas.openxmlformats.org/officeDocument/2006/relationships/image" Target="../media/image185.png"/></Relationships>
</file>

<file path=ppt/slides/_rels/slide20.xml.rels><?xml version="1.0" encoding="UTF-8" standalone="yes"?>
<Relationships xmlns="http://schemas.openxmlformats.org/package/2006/relationships"><Relationship Id="rId3" Type="http://schemas.openxmlformats.org/officeDocument/2006/relationships/image" Target="../media/image188.svg"/><Relationship Id="rId7" Type="http://schemas.openxmlformats.org/officeDocument/2006/relationships/image" Target="../media/image186.png"/><Relationship Id="rId2" Type="http://schemas.openxmlformats.org/officeDocument/2006/relationships/image" Target="../media/image187.png"/><Relationship Id="rId1" Type="http://schemas.openxmlformats.org/officeDocument/2006/relationships/slideLayout" Target="../slideLayouts/slideLayout7.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7869D7B-3897-C016-C043-D56D9430C587}"/>
              </a:ext>
            </a:extLst>
          </p:cNvPr>
          <p:cNvGrpSpPr/>
          <p:nvPr/>
        </p:nvGrpSpPr>
        <p:grpSpPr>
          <a:xfrm>
            <a:off x="-1" y="0"/>
            <a:ext cx="8723809" cy="5193083"/>
            <a:chOff x="-1" y="0"/>
            <a:chExt cx="8723809" cy="5193083"/>
          </a:xfrm>
        </p:grpSpPr>
        <p:sp>
          <p:nvSpPr>
            <p:cNvPr id="2" name="Rectangle 1">
              <a:extLst>
                <a:ext uri="{FF2B5EF4-FFF2-40B4-BE49-F238E27FC236}">
                  <a16:creationId xmlns:a16="http://schemas.microsoft.com/office/drawing/2014/main" id="{8214D3E9-5837-55E0-6F47-0B470284DD9B}"/>
                </a:ext>
              </a:extLst>
            </p:cNvPr>
            <p:cNvSpPr/>
            <p:nvPr/>
          </p:nvSpPr>
          <p:spPr>
            <a:xfrm>
              <a:off x="0" y="0"/>
              <a:ext cx="8723808" cy="519308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4D07F980-E30B-3A90-F25D-EC90114482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637528"/>
              <a:ext cx="8723809" cy="3555555"/>
            </a:xfrm>
            <a:prstGeom prst="rect">
              <a:avLst/>
            </a:prstGeom>
          </p:spPr>
        </p:pic>
        <p:pic>
          <p:nvPicPr>
            <p:cNvPr id="31" name="Picture 30">
              <a:extLst>
                <a:ext uri="{FF2B5EF4-FFF2-40B4-BE49-F238E27FC236}">
                  <a16:creationId xmlns:a16="http://schemas.microsoft.com/office/drawing/2014/main" id="{930B4138-32D7-5F9F-4425-B60BE3E5FA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969" y="248228"/>
              <a:ext cx="1383276" cy="1339171"/>
            </a:xfrm>
            <a:prstGeom prst="rect">
              <a:avLst/>
            </a:prstGeom>
            <a:ln w="28575">
              <a:solidFill>
                <a:srgbClr val="FEDBCC"/>
              </a:solidFill>
            </a:ln>
          </p:spPr>
        </p:pic>
        <p:pic>
          <p:nvPicPr>
            <p:cNvPr id="33" name="Picture 32">
              <a:extLst>
                <a:ext uri="{FF2B5EF4-FFF2-40B4-BE49-F238E27FC236}">
                  <a16:creationId xmlns:a16="http://schemas.microsoft.com/office/drawing/2014/main" id="{DC5A9F7A-D24C-F9B2-0A13-8552171DA3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11898" y="248228"/>
              <a:ext cx="1383276" cy="1339171"/>
            </a:xfrm>
            <a:prstGeom prst="rect">
              <a:avLst/>
            </a:prstGeom>
            <a:ln w="28575">
              <a:solidFill>
                <a:srgbClr val="FCAF93"/>
              </a:solidFill>
            </a:ln>
          </p:spPr>
        </p:pic>
        <p:pic>
          <p:nvPicPr>
            <p:cNvPr id="35" name="Picture 34">
              <a:extLst>
                <a:ext uri="{FF2B5EF4-FFF2-40B4-BE49-F238E27FC236}">
                  <a16:creationId xmlns:a16="http://schemas.microsoft.com/office/drawing/2014/main" id="{B3487FFC-5C20-4AB3-E098-5159E8D8CAF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04827" y="243629"/>
              <a:ext cx="1379266" cy="1335161"/>
            </a:xfrm>
            <a:prstGeom prst="rect">
              <a:avLst/>
            </a:prstGeom>
            <a:ln w="28575">
              <a:solidFill>
                <a:srgbClr val="FC8161"/>
              </a:solidFill>
            </a:ln>
          </p:spPr>
        </p:pic>
        <p:pic>
          <p:nvPicPr>
            <p:cNvPr id="37" name="Picture 36">
              <a:extLst>
                <a:ext uri="{FF2B5EF4-FFF2-40B4-BE49-F238E27FC236}">
                  <a16:creationId xmlns:a16="http://schemas.microsoft.com/office/drawing/2014/main" id="{458B9ED6-9ECF-315B-3B5A-F10404AF7F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93746" y="246222"/>
              <a:ext cx="1387285" cy="1343181"/>
            </a:xfrm>
            <a:prstGeom prst="rect">
              <a:avLst/>
            </a:prstGeom>
            <a:ln w="28575">
              <a:solidFill>
                <a:srgbClr val="F34F39"/>
              </a:solidFill>
            </a:ln>
          </p:spPr>
        </p:pic>
        <p:pic>
          <p:nvPicPr>
            <p:cNvPr id="39" name="Picture 38">
              <a:extLst>
                <a:ext uri="{FF2B5EF4-FFF2-40B4-BE49-F238E27FC236}">
                  <a16:creationId xmlns:a16="http://schemas.microsoft.com/office/drawing/2014/main" id="{36ECB67B-BA42-BED3-87E8-E7E5ACDE802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190684" y="248228"/>
              <a:ext cx="1379266" cy="1339171"/>
            </a:xfrm>
            <a:prstGeom prst="rect">
              <a:avLst/>
            </a:prstGeom>
            <a:ln w="28575">
              <a:solidFill>
                <a:srgbClr val="D62221"/>
              </a:solidFill>
            </a:ln>
          </p:spPr>
        </p:pic>
      </p:grpSp>
    </p:spTree>
    <p:custDataLst>
      <p:tags r:id="rId1"/>
    </p:custDataLst>
    <p:extLst>
      <p:ext uri="{BB962C8B-B14F-4D97-AF65-F5344CB8AC3E}">
        <p14:creationId xmlns:p14="http://schemas.microsoft.com/office/powerpoint/2010/main" val="3910280687"/>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E64E1E-6D4F-737A-42E8-148EB9EA54FC}"/>
              </a:ext>
            </a:extLst>
          </p:cNvPr>
          <p:cNvGrpSpPr/>
          <p:nvPr/>
        </p:nvGrpSpPr>
        <p:grpSpPr>
          <a:xfrm>
            <a:off x="-15081" y="14183188"/>
            <a:ext cx="12852542" cy="4185370"/>
            <a:chOff x="-15081" y="14183188"/>
            <a:chExt cx="12852542" cy="4185370"/>
          </a:xfrm>
        </p:grpSpPr>
        <p:sp>
          <p:nvSpPr>
            <p:cNvPr id="6" name="Rectangle 5">
              <a:extLst>
                <a:ext uri="{FF2B5EF4-FFF2-40B4-BE49-F238E27FC236}">
                  <a16:creationId xmlns:a16="http://schemas.microsoft.com/office/drawing/2014/main" id="{57A635F3-4256-1C24-5E8C-8202497545BA}"/>
                </a:ext>
              </a:extLst>
            </p:cNvPr>
            <p:cNvSpPr/>
            <p:nvPr/>
          </p:nvSpPr>
          <p:spPr>
            <a:xfrm>
              <a:off x="1" y="14183188"/>
              <a:ext cx="12837460" cy="418537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2" name="Picture 41">
              <a:extLst>
                <a:ext uri="{FF2B5EF4-FFF2-40B4-BE49-F238E27FC236}">
                  <a16:creationId xmlns:a16="http://schemas.microsoft.com/office/drawing/2014/main" id="{3FB10B5A-23AB-AF94-3F65-BF1C3F99EB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4052" y="14189742"/>
              <a:ext cx="4343409" cy="4178816"/>
            </a:xfrm>
            <a:prstGeom prst="rect">
              <a:avLst/>
            </a:prstGeom>
          </p:spPr>
        </p:pic>
        <p:pic>
          <p:nvPicPr>
            <p:cNvPr id="38" name="Picture 37">
              <a:extLst>
                <a:ext uri="{FF2B5EF4-FFF2-40B4-BE49-F238E27FC236}">
                  <a16:creationId xmlns:a16="http://schemas.microsoft.com/office/drawing/2014/main" id="{593F27C6-DE27-523A-454D-B49C5EF877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47026" y="14189742"/>
              <a:ext cx="4343409" cy="4178816"/>
            </a:xfrm>
            <a:prstGeom prst="rect">
              <a:avLst/>
            </a:prstGeom>
          </p:spPr>
        </p:pic>
        <p:pic>
          <p:nvPicPr>
            <p:cNvPr id="40" name="Picture 39">
              <a:extLst>
                <a:ext uri="{FF2B5EF4-FFF2-40B4-BE49-F238E27FC236}">
                  <a16:creationId xmlns:a16="http://schemas.microsoft.com/office/drawing/2014/main" id="{578F14AD-FFDD-D1A4-24D6-81052D5EDD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6" y="14183188"/>
              <a:ext cx="4343409" cy="4178816"/>
            </a:xfrm>
            <a:prstGeom prst="rect">
              <a:avLst/>
            </a:prstGeom>
          </p:spPr>
        </p:pic>
        <p:sp>
          <p:nvSpPr>
            <p:cNvPr id="16" name="TextBox 15">
              <a:extLst>
                <a:ext uri="{FF2B5EF4-FFF2-40B4-BE49-F238E27FC236}">
                  <a16:creationId xmlns:a16="http://schemas.microsoft.com/office/drawing/2014/main" id="{5359F99B-005D-39EE-D45B-E39CE9F13C10}"/>
                </a:ext>
              </a:extLst>
            </p:cNvPr>
            <p:cNvSpPr txBox="1"/>
            <p:nvPr/>
          </p:nvSpPr>
          <p:spPr>
            <a:xfrm>
              <a:off x="4247026" y="14183188"/>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7" name="TextBox 16">
              <a:extLst>
                <a:ext uri="{FF2B5EF4-FFF2-40B4-BE49-F238E27FC236}">
                  <a16:creationId xmlns:a16="http://schemas.microsoft.com/office/drawing/2014/main" id="{F3EE5AC4-14F3-D25C-3DDB-20D468C21666}"/>
                </a:ext>
              </a:extLst>
            </p:cNvPr>
            <p:cNvSpPr txBox="1"/>
            <p:nvPr/>
          </p:nvSpPr>
          <p:spPr>
            <a:xfrm>
              <a:off x="-15081" y="14183188"/>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9" name="TextBox 18">
              <a:extLst>
                <a:ext uri="{FF2B5EF4-FFF2-40B4-BE49-F238E27FC236}">
                  <a16:creationId xmlns:a16="http://schemas.microsoft.com/office/drawing/2014/main" id="{86A392FF-DFCF-27F4-E72B-80250893ADDE}"/>
                </a:ext>
              </a:extLst>
            </p:cNvPr>
            <p:cNvSpPr txBox="1"/>
            <p:nvPr/>
          </p:nvSpPr>
          <p:spPr>
            <a:xfrm>
              <a:off x="8401844" y="14189742"/>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11" name="Group 10">
            <a:extLst>
              <a:ext uri="{FF2B5EF4-FFF2-40B4-BE49-F238E27FC236}">
                <a16:creationId xmlns:a16="http://schemas.microsoft.com/office/drawing/2014/main" id="{BE7CB8B9-F73F-C966-5FAE-2019F66A6AE2}"/>
              </a:ext>
            </a:extLst>
          </p:cNvPr>
          <p:cNvGrpSpPr/>
          <p:nvPr/>
        </p:nvGrpSpPr>
        <p:grpSpPr>
          <a:xfrm>
            <a:off x="-18404" y="-3277"/>
            <a:ext cx="10415387" cy="12549556"/>
            <a:chOff x="-18404" y="-3277"/>
            <a:chExt cx="10415387" cy="12549556"/>
          </a:xfrm>
        </p:grpSpPr>
        <p:sp>
          <p:nvSpPr>
            <p:cNvPr id="9" name="Rectangle 8">
              <a:extLst>
                <a:ext uri="{FF2B5EF4-FFF2-40B4-BE49-F238E27FC236}">
                  <a16:creationId xmlns:a16="http://schemas.microsoft.com/office/drawing/2014/main" id="{86BAB63F-619D-F879-5FBF-268A98E22B13}"/>
                </a:ext>
              </a:extLst>
            </p:cNvPr>
            <p:cNvSpPr/>
            <p:nvPr/>
          </p:nvSpPr>
          <p:spPr>
            <a:xfrm>
              <a:off x="-18404" y="6553"/>
              <a:ext cx="10415387" cy="125397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3E0C780E-B8C6-0B45-8714-CC21CF9FD3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69103" y="4182093"/>
              <a:ext cx="5221234" cy="4178816"/>
            </a:xfrm>
            <a:prstGeom prst="rect">
              <a:avLst/>
            </a:prstGeom>
          </p:spPr>
        </p:pic>
        <p:pic>
          <p:nvPicPr>
            <p:cNvPr id="24" name="Picture 23">
              <a:extLst>
                <a:ext uri="{FF2B5EF4-FFF2-40B4-BE49-F238E27FC236}">
                  <a16:creationId xmlns:a16="http://schemas.microsoft.com/office/drawing/2014/main" id="{849E78CD-64B5-26B6-85B3-12ECD2425EC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11" y="4172262"/>
              <a:ext cx="5221234" cy="4178816"/>
            </a:xfrm>
            <a:prstGeom prst="rect">
              <a:avLst/>
            </a:prstGeom>
          </p:spPr>
        </p:pic>
        <p:pic>
          <p:nvPicPr>
            <p:cNvPr id="27" name="Picture 26">
              <a:extLst>
                <a:ext uri="{FF2B5EF4-FFF2-40B4-BE49-F238E27FC236}">
                  <a16:creationId xmlns:a16="http://schemas.microsoft.com/office/drawing/2014/main" id="{76EE362C-7719-0CAC-1D78-A3D1C2515CC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75749" y="-3277"/>
              <a:ext cx="5221234" cy="4178816"/>
            </a:xfrm>
            <a:prstGeom prst="rect">
              <a:avLst/>
            </a:prstGeom>
          </p:spPr>
        </p:pic>
        <p:pic>
          <p:nvPicPr>
            <p:cNvPr id="30" name="Picture 29">
              <a:extLst>
                <a:ext uri="{FF2B5EF4-FFF2-40B4-BE49-F238E27FC236}">
                  <a16:creationId xmlns:a16="http://schemas.microsoft.com/office/drawing/2014/main" id="{419FA5F5-7224-ED7F-B535-0640DE244EF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88" y="-3277"/>
              <a:ext cx="5175514" cy="4178816"/>
            </a:xfrm>
            <a:prstGeom prst="rect">
              <a:avLst/>
            </a:prstGeom>
          </p:spPr>
        </p:pic>
        <p:pic>
          <p:nvPicPr>
            <p:cNvPr id="32" name="Picture 31">
              <a:extLst>
                <a:ext uri="{FF2B5EF4-FFF2-40B4-BE49-F238E27FC236}">
                  <a16:creationId xmlns:a16="http://schemas.microsoft.com/office/drawing/2014/main" id="{E1527092-D5EB-8C82-5B4A-7A55BE60ACC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69103" y="8367463"/>
              <a:ext cx="5221234" cy="4178816"/>
            </a:xfrm>
            <a:prstGeom prst="rect">
              <a:avLst/>
            </a:prstGeom>
          </p:spPr>
        </p:pic>
        <p:pic>
          <p:nvPicPr>
            <p:cNvPr id="34" name="Picture 33">
              <a:extLst>
                <a:ext uri="{FF2B5EF4-FFF2-40B4-BE49-F238E27FC236}">
                  <a16:creationId xmlns:a16="http://schemas.microsoft.com/office/drawing/2014/main" id="{D8477649-DE0B-2BF4-B254-E8DFEA354CC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11" y="8367463"/>
              <a:ext cx="5221234" cy="4178816"/>
            </a:xfrm>
            <a:prstGeom prst="rect">
              <a:avLst/>
            </a:prstGeom>
          </p:spPr>
        </p:pic>
        <p:sp>
          <p:nvSpPr>
            <p:cNvPr id="2" name="TextBox 1">
              <a:extLst>
                <a:ext uri="{FF2B5EF4-FFF2-40B4-BE49-F238E27FC236}">
                  <a16:creationId xmlns:a16="http://schemas.microsoft.com/office/drawing/2014/main" id="{52061E8A-2DE0-AA44-9CEA-CE7B783462B7}"/>
                </a:ext>
              </a:extLst>
            </p:cNvPr>
            <p:cNvSpPr txBox="1"/>
            <p:nvPr/>
          </p:nvSpPr>
          <p:spPr>
            <a:xfrm>
              <a:off x="-14846" y="4178816"/>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A3D0BD15-EC48-EAFD-40DB-6E7F4DBC2B04}"/>
                </a:ext>
              </a:extLst>
            </p:cNvPr>
            <p:cNvSpPr txBox="1"/>
            <p:nvPr/>
          </p:nvSpPr>
          <p:spPr>
            <a:xfrm>
              <a:off x="-15081" y="6554"/>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B80818BF-8A4E-FE1F-088F-D2BB4BEB3E3B}"/>
                </a:ext>
              </a:extLst>
            </p:cNvPr>
            <p:cNvSpPr txBox="1"/>
            <p:nvPr/>
          </p:nvSpPr>
          <p:spPr>
            <a:xfrm>
              <a:off x="-15081" y="8357632"/>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(e)</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7" name="TextBox 6">
              <a:extLst>
                <a:ext uri="{FF2B5EF4-FFF2-40B4-BE49-F238E27FC236}">
                  <a16:creationId xmlns:a16="http://schemas.microsoft.com/office/drawing/2014/main" id="{FA20CAA8-277E-8203-86A5-AEA954A29CC2}"/>
                </a:ext>
              </a:extLst>
            </p:cNvPr>
            <p:cNvSpPr txBox="1"/>
            <p:nvPr/>
          </p:nvSpPr>
          <p:spPr>
            <a:xfrm>
              <a:off x="5169572" y="4178816"/>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(d)</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2E7359D9-0FAA-278F-4CA0-2B3BFAD9BE21}"/>
                </a:ext>
              </a:extLst>
            </p:cNvPr>
            <p:cNvSpPr txBox="1"/>
            <p:nvPr/>
          </p:nvSpPr>
          <p:spPr>
            <a:xfrm>
              <a:off x="5169337" y="6554"/>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2" name="TextBox 11">
              <a:extLst>
                <a:ext uri="{FF2B5EF4-FFF2-40B4-BE49-F238E27FC236}">
                  <a16:creationId xmlns:a16="http://schemas.microsoft.com/office/drawing/2014/main" id="{1E006FBF-8CCB-BF1E-1BDA-27C165A42015}"/>
                </a:ext>
              </a:extLst>
            </p:cNvPr>
            <p:cNvSpPr txBox="1"/>
            <p:nvPr/>
          </p:nvSpPr>
          <p:spPr>
            <a:xfrm>
              <a:off x="5169337" y="8357632"/>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(f)</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3627235249"/>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76897741-F773-6DE9-B877-E501691A19FB}"/>
              </a:ext>
            </a:extLst>
          </p:cNvPr>
          <p:cNvGrpSpPr/>
          <p:nvPr/>
        </p:nvGrpSpPr>
        <p:grpSpPr>
          <a:xfrm>
            <a:off x="0" y="0"/>
            <a:ext cx="6605444" cy="2929146"/>
            <a:chOff x="0" y="0"/>
            <a:chExt cx="6605444" cy="2929146"/>
          </a:xfrm>
        </p:grpSpPr>
        <p:sp>
          <p:nvSpPr>
            <p:cNvPr id="37" name="Rectangle 36">
              <a:extLst>
                <a:ext uri="{FF2B5EF4-FFF2-40B4-BE49-F238E27FC236}">
                  <a16:creationId xmlns:a16="http://schemas.microsoft.com/office/drawing/2014/main" id="{092515FB-D1DB-6588-109B-898ACC3DE39B}"/>
                </a:ext>
              </a:extLst>
            </p:cNvPr>
            <p:cNvSpPr/>
            <p:nvPr/>
          </p:nvSpPr>
          <p:spPr>
            <a:xfrm>
              <a:off x="0" y="9884"/>
              <a:ext cx="6605444" cy="291926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9953FA79-DFF3-BAB3-302D-8F66E622A49B}"/>
                </a:ext>
              </a:extLst>
            </p:cNvPr>
            <p:cNvPicPr>
              <a:picLocks noChangeAspect="1"/>
            </p:cNvPicPr>
            <p:nvPr/>
          </p:nvPicPr>
          <p:blipFill rotWithShape="1">
            <a:blip r:embed="rId4">
              <a:extLst>
                <a:ext uri="{28A0092B-C50C-407E-A947-70E740481C1C}">
                  <a14:useLocalDpi xmlns:a14="http://schemas.microsoft.com/office/drawing/2010/main" val="0"/>
                </a:ext>
              </a:extLst>
            </a:blip>
            <a:srcRect b="46195"/>
            <a:stretch/>
          </p:blipFill>
          <p:spPr>
            <a:xfrm>
              <a:off x="4060864" y="0"/>
              <a:ext cx="2544580" cy="1925290"/>
            </a:xfrm>
            <a:prstGeom prst="rect">
              <a:avLst/>
            </a:prstGeom>
          </p:spPr>
        </p:pic>
        <p:pic>
          <p:nvPicPr>
            <p:cNvPr id="19" name="Picture 18">
              <a:extLst>
                <a:ext uri="{FF2B5EF4-FFF2-40B4-BE49-F238E27FC236}">
                  <a16:creationId xmlns:a16="http://schemas.microsoft.com/office/drawing/2014/main" id="{1028BAE9-9086-6C80-0E4A-97E2EEDECA51}"/>
                </a:ext>
              </a:extLst>
            </p:cNvPr>
            <p:cNvPicPr>
              <a:picLocks noChangeAspect="1"/>
            </p:cNvPicPr>
            <p:nvPr/>
          </p:nvPicPr>
          <p:blipFill rotWithShape="1">
            <a:blip r:embed="rId5">
              <a:extLst>
                <a:ext uri="{28A0092B-C50C-407E-A947-70E740481C1C}">
                  <a14:useLocalDpi xmlns:a14="http://schemas.microsoft.com/office/drawing/2010/main" val="0"/>
                </a:ext>
              </a:extLst>
            </a:blip>
            <a:srcRect r="7738" b="46195"/>
            <a:stretch/>
          </p:blipFill>
          <p:spPr>
            <a:xfrm>
              <a:off x="2039899" y="0"/>
              <a:ext cx="2347673" cy="1925290"/>
            </a:xfrm>
            <a:prstGeom prst="rect">
              <a:avLst/>
            </a:prstGeom>
          </p:spPr>
        </p:pic>
        <p:pic>
          <p:nvPicPr>
            <p:cNvPr id="17" name="Picture 16">
              <a:extLst>
                <a:ext uri="{FF2B5EF4-FFF2-40B4-BE49-F238E27FC236}">
                  <a16:creationId xmlns:a16="http://schemas.microsoft.com/office/drawing/2014/main" id="{DE23BDD0-178E-77BB-79B8-FCD09FF41B88}"/>
                </a:ext>
              </a:extLst>
            </p:cNvPr>
            <p:cNvPicPr>
              <a:picLocks noChangeAspect="1"/>
            </p:cNvPicPr>
            <p:nvPr/>
          </p:nvPicPr>
          <p:blipFill rotWithShape="1">
            <a:blip r:embed="rId6">
              <a:extLst>
                <a:ext uri="{28A0092B-C50C-407E-A947-70E740481C1C}">
                  <a14:useLocalDpi xmlns:a14="http://schemas.microsoft.com/office/drawing/2010/main" val="0"/>
                </a:ext>
              </a:extLst>
            </a:blip>
            <a:srcRect r="7738" b="46195"/>
            <a:stretch/>
          </p:blipFill>
          <p:spPr>
            <a:xfrm>
              <a:off x="0" y="0"/>
              <a:ext cx="2347673" cy="1925290"/>
            </a:xfrm>
            <a:prstGeom prst="rect">
              <a:avLst/>
            </a:prstGeom>
          </p:spPr>
        </p:pic>
        <p:pic>
          <p:nvPicPr>
            <p:cNvPr id="22" name="Picture 21">
              <a:extLst>
                <a:ext uri="{FF2B5EF4-FFF2-40B4-BE49-F238E27FC236}">
                  <a16:creationId xmlns:a16="http://schemas.microsoft.com/office/drawing/2014/main" id="{8E3AF433-DB00-C226-4C78-6F2ED2D74831}"/>
                </a:ext>
              </a:extLst>
            </p:cNvPr>
            <p:cNvPicPr>
              <a:picLocks noChangeAspect="1"/>
            </p:cNvPicPr>
            <p:nvPr/>
          </p:nvPicPr>
          <p:blipFill rotWithShape="1">
            <a:blip r:embed="rId4">
              <a:extLst>
                <a:ext uri="{28A0092B-C50C-407E-A947-70E740481C1C}">
                  <a14:useLocalDpi xmlns:a14="http://schemas.microsoft.com/office/drawing/2010/main" val="0"/>
                </a:ext>
              </a:extLst>
            </a:blip>
            <a:srcRect t="54175" b="19105"/>
            <a:stretch/>
          </p:blipFill>
          <p:spPr>
            <a:xfrm>
              <a:off x="2039899" y="1963157"/>
              <a:ext cx="2544580" cy="956109"/>
            </a:xfrm>
            <a:prstGeom prst="rect">
              <a:avLst/>
            </a:prstGeom>
          </p:spPr>
        </p:pic>
        <p:sp>
          <p:nvSpPr>
            <p:cNvPr id="24" name="TextBox 23">
              <a:extLst>
                <a:ext uri="{FF2B5EF4-FFF2-40B4-BE49-F238E27FC236}">
                  <a16:creationId xmlns:a16="http://schemas.microsoft.com/office/drawing/2014/main" id="{3D3B9F4A-8138-3D8C-8A52-CF4B14485345}"/>
                </a:ext>
              </a:extLst>
            </p:cNvPr>
            <p:cNvSpPr txBox="1"/>
            <p:nvPr/>
          </p:nvSpPr>
          <p:spPr>
            <a:xfrm>
              <a:off x="2583508" y="8916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5" name="TextBox 24">
              <a:extLst>
                <a:ext uri="{FF2B5EF4-FFF2-40B4-BE49-F238E27FC236}">
                  <a16:creationId xmlns:a16="http://schemas.microsoft.com/office/drawing/2014/main" id="{611A72F8-76E0-DC8A-704B-D7FB9FF23EF5}"/>
                </a:ext>
              </a:extLst>
            </p:cNvPr>
            <p:cNvSpPr txBox="1"/>
            <p:nvPr/>
          </p:nvSpPr>
          <p:spPr>
            <a:xfrm>
              <a:off x="538357" y="8916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6" name="TextBox 25">
              <a:extLst>
                <a:ext uri="{FF2B5EF4-FFF2-40B4-BE49-F238E27FC236}">
                  <a16:creationId xmlns:a16="http://schemas.microsoft.com/office/drawing/2014/main" id="{CFEC2062-D5E3-A203-4C8A-0C44B3B8B1D2}"/>
                </a:ext>
              </a:extLst>
            </p:cNvPr>
            <p:cNvSpPr txBox="1"/>
            <p:nvPr/>
          </p:nvSpPr>
          <p:spPr>
            <a:xfrm>
              <a:off x="4620891" y="95717"/>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18" name="Group 17">
            <a:extLst>
              <a:ext uri="{FF2B5EF4-FFF2-40B4-BE49-F238E27FC236}">
                <a16:creationId xmlns:a16="http://schemas.microsoft.com/office/drawing/2014/main" id="{4D8BDCBF-4A9F-32D4-B8B6-216F9D823502}"/>
              </a:ext>
            </a:extLst>
          </p:cNvPr>
          <p:cNvGrpSpPr/>
          <p:nvPr/>
        </p:nvGrpSpPr>
        <p:grpSpPr>
          <a:xfrm>
            <a:off x="0" y="3112289"/>
            <a:ext cx="6397182" cy="2919262"/>
            <a:chOff x="0" y="3112289"/>
            <a:chExt cx="6397182" cy="2919262"/>
          </a:xfrm>
        </p:grpSpPr>
        <p:sp>
          <p:nvSpPr>
            <p:cNvPr id="14" name="Rectangle 13">
              <a:extLst>
                <a:ext uri="{FF2B5EF4-FFF2-40B4-BE49-F238E27FC236}">
                  <a16:creationId xmlns:a16="http://schemas.microsoft.com/office/drawing/2014/main" id="{CA6A5777-2A3B-2DFC-FCA7-D77F33A12E63}"/>
                </a:ext>
              </a:extLst>
            </p:cNvPr>
            <p:cNvSpPr/>
            <p:nvPr/>
          </p:nvSpPr>
          <p:spPr>
            <a:xfrm>
              <a:off x="0" y="3112289"/>
              <a:ext cx="6397182" cy="291926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B4F55A33-E104-3F43-3257-A71C194BC475}"/>
                </a:ext>
              </a:extLst>
            </p:cNvPr>
            <p:cNvPicPr>
              <a:picLocks noChangeAspect="1"/>
            </p:cNvPicPr>
            <p:nvPr/>
          </p:nvPicPr>
          <p:blipFill rotWithShape="1">
            <a:blip r:embed="rId7">
              <a:extLst>
                <a:ext uri="{28A0092B-C50C-407E-A947-70E740481C1C}">
                  <a14:useLocalDpi xmlns:a14="http://schemas.microsoft.com/office/drawing/2010/main" val="0"/>
                </a:ext>
              </a:extLst>
            </a:blip>
            <a:srcRect l="15815" b="46195"/>
            <a:stretch/>
          </p:blipFill>
          <p:spPr>
            <a:xfrm>
              <a:off x="4255041" y="3112289"/>
              <a:ext cx="2142141" cy="1925290"/>
            </a:xfrm>
            <a:prstGeom prst="rect">
              <a:avLst/>
            </a:prstGeom>
          </p:spPr>
        </p:pic>
        <p:pic>
          <p:nvPicPr>
            <p:cNvPr id="13" name="Picture 12">
              <a:extLst>
                <a:ext uri="{FF2B5EF4-FFF2-40B4-BE49-F238E27FC236}">
                  <a16:creationId xmlns:a16="http://schemas.microsoft.com/office/drawing/2014/main" id="{677714C5-251D-13C3-09F1-4C900720EDFD}"/>
                </a:ext>
              </a:extLst>
            </p:cNvPr>
            <p:cNvPicPr>
              <a:picLocks noChangeAspect="1"/>
            </p:cNvPicPr>
            <p:nvPr/>
          </p:nvPicPr>
          <p:blipFill rotWithShape="1">
            <a:blip r:embed="rId8">
              <a:extLst>
                <a:ext uri="{28A0092B-C50C-407E-A947-70E740481C1C}">
                  <a14:useLocalDpi xmlns:a14="http://schemas.microsoft.com/office/drawing/2010/main" val="0"/>
                </a:ext>
              </a:extLst>
            </a:blip>
            <a:srcRect l="15931" r="6878" b="46195"/>
            <a:stretch/>
          </p:blipFill>
          <p:spPr>
            <a:xfrm>
              <a:off x="2243542" y="3112291"/>
              <a:ext cx="1964167" cy="1925290"/>
            </a:xfrm>
            <a:prstGeom prst="rect">
              <a:avLst/>
            </a:prstGeom>
          </p:spPr>
        </p:pic>
        <p:pic>
          <p:nvPicPr>
            <p:cNvPr id="11" name="Picture 10">
              <a:extLst>
                <a:ext uri="{FF2B5EF4-FFF2-40B4-BE49-F238E27FC236}">
                  <a16:creationId xmlns:a16="http://schemas.microsoft.com/office/drawing/2014/main" id="{22745F96-66A2-0B25-8F69-17EC1D04398E}"/>
                </a:ext>
              </a:extLst>
            </p:cNvPr>
            <p:cNvPicPr>
              <a:picLocks noChangeAspect="1"/>
            </p:cNvPicPr>
            <p:nvPr/>
          </p:nvPicPr>
          <p:blipFill rotWithShape="1">
            <a:blip r:embed="rId9">
              <a:extLst>
                <a:ext uri="{28A0092B-C50C-407E-A947-70E740481C1C}">
                  <a14:useLocalDpi xmlns:a14="http://schemas.microsoft.com/office/drawing/2010/main" val="0"/>
                </a:ext>
              </a:extLst>
            </a:blip>
            <a:srcRect l="7812" r="5134" b="46195"/>
            <a:stretch/>
          </p:blipFill>
          <p:spPr>
            <a:xfrm>
              <a:off x="0" y="3112290"/>
              <a:ext cx="2215143" cy="1925290"/>
            </a:xfrm>
            <a:prstGeom prst="rect">
              <a:avLst/>
            </a:prstGeom>
          </p:spPr>
        </p:pic>
        <p:pic>
          <p:nvPicPr>
            <p:cNvPr id="28" name="Picture 27">
              <a:extLst>
                <a:ext uri="{FF2B5EF4-FFF2-40B4-BE49-F238E27FC236}">
                  <a16:creationId xmlns:a16="http://schemas.microsoft.com/office/drawing/2014/main" id="{30188904-C9F9-D139-630E-507EC9265B67}"/>
                </a:ext>
              </a:extLst>
            </p:cNvPr>
            <p:cNvPicPr>
              <a:picLocks noChangeAspect="1"/>
            </p:cNvPicPr>
            <p:nvPr/>
          </p:nvPicPr>
          <p:blipFill rotWithShape="1">
            <a:blip r:embed="rId4">
              <a:extLst>
                <a:ext uri="{28A0092B-C50C-407E-A947-70E740481C1C}">
                  <a14:useLocalDpi xmlns:a14="http://schemas.microsoft.com/office/drawing/2010/main" val="0"/>
                </a:ext>
              </a:extLst>
            </a:blip>
            <a:srcRect t="54175" b="19105"/>
            <a:stretch/>
          </p:blipFill>
          <p:spPr>
            <a:xfrm>
              <a:off x="1907369" y="5075442"/>
              <a:ext cx="2544579" cy="956109"/>
            </a:xfrm>
            <a:prstGeom prst="rect">
              <a:avLst/>
            </a:prstGeom>
          </p:spPr>
        </p:pic>
        <p:sp>
          <p:nvSpPr>
            <p:cNvPr id="30" name="TextBox 29">
              <a:extLst>
                <a:ext uri="{FF2B5EF4-FFF2-40B4-BE49-F238E27FC236}">
                  <a16:creationId xmlns:a16="http://schemas.microsoft.com/office/drawing/2014/main" id="{D502101E-E425-78F8-CC98-A14D70309FD9}"/>
                </a:ext>
              </a:extLst>
            </p:cNvPr>
            <p:cNvSpPr txBox="1"/>
            <p:nvPr/>
          </p:nvSpPr>
          <p:spPr>
            <a:xfrm>
              <a:off x="2280581" y="319500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40E2E894-BB88-77EA-E634-51D80E871118}"/>
                </a:ext>
              </a:extLst>
            </p:cNvPr>
            <p:cNvSpPr txBox="1"/>
            <p:nvPr/>
          </p:nvSpPr>
          <p:spPr>
            <a:xfrm>
              <a:off x="244896" y="319500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2" name="TextBox 31">
              <a:extLst>
                <a:ext uri="{FF2B5EF4-FFF2-40B4-BE49-F238E27FC236}">
                  <a16:creationId xmlns:a16="http://schemas.microsoft.com/office/drawing/2014/main" id="{148E3A28-AAA7-717B-FAC0-8715A39DFEA9}"/>
                </a:ext>
              </a:extLst>
            </p:cNvPr>
            <p:cNvSpPr txBox="1"/>
            <p:nvPr/>
          </p:nvSpPr>
          <p:spPr>
            <a:xfrm>
              <a:off x="4299030" y="3201557"/>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132" name="Group 131">
            <a:extLst>
              <a:ext uri="{FF2B5EF4-FFF2-40B4-BE49-F238E27FC236}">
                <a16:creationId xmlns:a16="http://schemas.microsoft.com/office/drawing/2014/main" id="{0176A582-35ED-51EA-1765-B2E40A2DB4F3}"/>
              </a:ext>
            </a:extLst>
          </p:cNvPr>
          <p:cNvGrpSpPr/>
          <p:nvPr/>
        </p:nvGrpSpPr>
        <p:grpSpPr>
          <a:xfrm>
            <a:off x="6974958" y="0"/>
            <a:ext cx="7364896" cy="4703199"/>
            <a:chOff x="188843" y="4626331"/>
            <a:chExt cx="7364896" cy="4703199"/>
          </a:xfrm>
        </p:grpSpPr>
        <p:sp>
          <p:nvSpPr>
            <p:cNvPr id="103" name="Rectangle 102">
              <a:extLst>
                <a:ext uri="{FF2B5EF4-FFF2-40B4-BE49-F238E27FC236}">
                  <a16:creationId xmlns:a16="http://schemas.microsoft.com/office/drawing/2014/main" id="{34882DF8-B6F3-26DB-974D-8788D173B3ED}"/>
                </a:ext>
              </a:extLst>
            </p:cNvPr>
            <p:cNvSpPr/>
            <p:nvPr/>
          </p:nvSpPr>
          <p:spPr>
            <a:xfrm>
              <a:off x="188843" y="4626331"/>
              <a:ext cx="7364896" cy="4703199"/>
            </a:xfrm>
            <a:prstGeom prst="rect">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956" b="1" dirty="0">
                <a:solidFill>
                  <a:schemeClr val="bg1"/>
                </a:solidFill>
                <a:latin typeface="Arial"/>
                <a:cs typeface="Arial"/>
              </a:endParaRPr>
            </a:p>
          </p:txBody>
        </p:sp>
        <p:sp>
          <p:nvSpPr>
            <p:cNvPr id="105" name="Rectangle: Rounded Corners 104">
              <a:extLst>
                <a:ext uri="{FF2B5EF4-FFF2-40B4-BE49-F238E27FC236}">
                  <a16:creationId xmlns:a16="http://schemas.microsoft.com/office/drawing/2014/main" id="{4CF3BB32-647F-C1C5-B8D3-193059A3CA76}"/>
                </a:ext>
              </a:extLst>
            </p:cNvPr>
            <p:cNvSpPr/>
            <p:nvPr/>
          </p:nvSpPr>
          <p:spPr>
            <a:xfrm>
              <a:off x="374450" y="5448813"/>
              <a:ext cx="7000385" cy="689216"/>
            </a:xfrm>
            <a:prstGeom prst="roundRect">
              <a:avLst>
                <a:gd name="adj" fmla="val 0"/>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956" b="1" dirty="0">
                <a:solidFill>
                  <a:schemeClr val="bg1"/>
                </a:solidFill>
                <a:latin typeface="Arial"/>
                <a:cs typeface="Arial"/>
              </a:endParaRPr>
            </a:p>
          </p:txBody>
        </p:sp>
        <p:sp>
          <p:nvSpPr>
            <p:cNvPr id="3" name="Oval 2">
              <a:extLst>
                <a:ext uri="{FF2B5EF4-FFF2-40B4-BE49-F238E27FC236}">
                  <a16:creationId xmlns:a16="http://schemas.microsoft.com/office/drawing/2014/main" id="{B0B632FD-3071-9CE6-6C07-8A6B20CDCE23}"/>
                </a:ext>
              </a:extLst>
            </p:cNvPr>
            <p:cNvSpPr/>
            <p:nvPr/>
          </p:nvSpPr>
          <p:spPr>
            <a:xfrm>
              <a:off x="3538790" y="4720531"/>
              <a:ext cx="1393932"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Whole Data</a:t>
              </a:r>
            </a:p>
          </p:txBody>
        </p:sp>
        <p:sp>
          <p:nvSpPr>
            <p:cNvPr id="180" name="Oval 179">
              <a:extLst>
                <a:ext uri="{FF2B5EF4-FFF2-40B4-BE49-F238E27FC236}">
                  <a16:creationId xmlns:a16="http://schemas.microsoft.com/office/drawing/2014/main" id="{20ADF768-0E49-F28C-2793-57918F5A335F}"/>
                </a:ext>
              </a:extLst>
            </p:cNvPr>
            <p:cNvSpPr/>
            <p:nvPr/>
          </p:nvSpPr>
          <p:spPr>
            <a:xfrm>
              <a:off x="3538790" y="8730193"/>
              <a:ext cx="1393932"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Final Archetypes</a:t>
              </a:r>
            </a:p>
          </p:txBody>
        </p:sp>
        <p:cxnSp>
          <p:nvCxnSpPr>
            <p:cNvPr id="188" name="Connector: Elbow 187">
              <a:extLst>
                <a:ext uri="{FF2B5EF4-FFF2-40B4-BE49-F238E27FC236}">
                  <a16:creationId xmlns:a16="http://schemas.microsoft.com/office/drawing/2014/main" id="{9E0B091D-6C91-26C8-630C-9643D8439FDE}"/>
                </a:ext>
              </a:extLst>
            </p:cNvPr>
            <p:cNvCxnSpPr>
              <a:cxnSpLocks/>
              <a:stCxn id="3" idx="4"/>
              <a:endCxn id="7" idx="0"/>
            </p:cNvCxnSpPr>
            <p:nvPr/>
          </p:nvCxnSpPr>
          <p:spPr>
            <a:xfrm rot="5400000">
              <a:off x="2859945" y="4202986"/>
              <a:ext cx="377067" cy="2374557"/>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Rounded Corners 69">
              <a:extLst>
                <a:ext uri="{FF2B5EF4-FFF2-40B4-BE49-F238E27FC236}">
                  <a16:creationId xmlns:a16="http://schemas.microsoft.com/office/drawing/2014/main" id="{BA8BF7FD-2969-94E3-B8C7-B0B9B744BCCF}"/>
                </a:ext>
              </a:extLst>
            </p:cNvPr>
            <p:cNvSpPr/>
            <p:nvPr/>
          </p:nvSpPr>
          <p:spPr>
            <a:xfrm>
              <a:off x="374450" y="6196097"/>
              <a:ext cx="7000385" cy="689215"/>
            </a:xfrm>
            <a:prstGeom prst="roundRect">
              <a:avLst>
                <a:gd name="adj" fmla="val 0"/>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956" b="1" dirty="0">
                <a:solidFill>
                  <a:schemeClr val="bg1"/>
                </a:solidFill>
                <a:latin typeface="Arial"/>
                <a:cs typeface="Arial"/>
              </a:endParaRPr>
            </a:p>
          </p:txBody>
        </p:sp>
        <p:sp>
          <p:nvSpPr>
            <p:cNvPr id="397" name="TextBox 396">
              <a:extLst>
                <a:ext uri="{FF2B5EF4-FFF2-40B4-BE49-F238E27FC236}">
                  <a16:creationId xmlns:a16="http://schemas.microsoft.com/office/drawing/2014/main" id="{8B270583-7A17-FBE6-52A8-317FAE3B6379}"/>
                </a:ext>
              </a:extLst>
            </p:cNvPr>
            <p:cNvSpPr txBox="1"/>
            <p:nvPr/>
          </p:nvSpPr>
          <p:spPr>
            <a:xfrm>
              <a:off x="369716" y="5626140"/>
              <a:ext cx="678478" cy="386516"/>
            </a:xfrm>
            <a:prstGeom prst="rect">
              <a:avLst/>
            </a:prstGeom>
            <a:noFill/>
            <a:ln>
              <a:noFill/>
            </a:ln>
          </p:spPr>
          <p:txBody>
            <a:bodyPr wrap="square" rtlCol="0">
              <a:spAutoFit/>
            </a:bodyPr>
            <a:lstStyle/>
            <a:p>
              <a:pPr defTabSz="914574" fontAlgn="base">
                <a:spcBef>
                  <a:spcPct val="0"/>
                </a:spcBef>
                <a:spcAft>
                  <a:spcPct val="0"/>
                </a:spcAft>
              </a:pPr>
              <a:r>
                <a:rPr lang="en-AU" sz="956" b="1" dirty="0">
                  <a:solidFill>
                    <a:schemeClr val="bg1"/>
                  </a:solidFill>
                  <a:latin typeface="Arial" charset="0"/>
                  <a:cs typeface="Arial" charset="0"/>
                </a:rPr>
                <a:t>Subset </a:t>
              </a:r>
            </a:p>
            <a:p>
              <a:pPr defTabSz="914574" fontAlgn="base">
                <a:spcBef>
                  <a:spcPct val="0"/>
                </a:spcBef>
                <a:spcAft>
                  <a:spcPct val="0"/>
                </a:spcAft>
              </a:pPr>
              <a:r>
                <a:rPr lang="en-AU" sz="956" b="1" dirty="0">
                  <a:solidFill>
                    <a:schemeClr val="bg1"/>
                  </a:solidFill>
                  <a:latin typeface="Arial" charset="0"/>
                  <a:cs typeface="Arial" charset="0"/>
                </a:rPr>
                <a:t>Splitting</a:t>
              </a:r>
            </a:p>
          </p:txBody>
        </p:sp>
        <p:cxnSp>
          <p:nvCxnSpPr>
            <p:cNvPr id="6" name="Straight Arrow Connector 5">
              <a:extLst>
                <a:ext uri="{FF2B5EF4-FFF2-40B4-BE49-F238E27FC236}">
                  <a16:creationId xmlns:a16="http://schemas.microsoft.com/office/drawing/2014/main" id="{08B50E32-26DB-C705-FF0C-1748299AD178}"/>
                </a:ext>
              </a:extLst>
            </p:cNvPr>
            <p:cNvCxnSpPr>
              <a:cxnSpLocks/>
              <a:stCxn id="4" idx="2"/>
              <a:endCxn id="180" idx="0"/>
            </p:cNvCxnSpPr>
            <p:nvPr/>
          </p:nvCxnSpPr>
          <p:spPr>
            <a:xfrm>
              <a:off x="4235102" y="8511557"/>
              <a:ext cx="654" cy="218636"/>
            </a:xfrm>
            <a:prstGeom prst="straightConnector1">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44C55BEA-A2E4-A55C-A0C4-0BE691AE9483}"/>
                </a:ext>
              </a:extLst>
            </p:cNvPr>
            <p:cNvSpPr/>
            <p:nvPr/>
          </p:nvSpPr>
          <p:spPr>
            <a:xfrm>
              <a:off x="1334959" y="5578798"/>
              <a:ext cx="1052479"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Subset 1</a:t>
              </a:r>
            </a:p>
          </p:txBody>
        </p:sp>
        <p:sp>
          <p:nvSpPr>
            <p:cNvPr id="10" name="Oval 9">
              <a:extLst>
                <a:ext uri="{FF2B5EF4-FFF2-40B4-BE49-F238E27FC236}">
                  <a16:creationId xmlns:a16="http://schemas.microsoft.com/office/drawing/2014/main" id="{DA8702D4-07E1-5FAD-3218-9E3E6EBFF233}"/>
                </a:ext>
              </a:extLst>
            </p:cNvPr>
            <p:cNvSpPr/>
            <p:nvPr/>
          </p:nvSpPr>
          <p:spPr>
            <a:xfrm>
              <a:off x="4321144" y="6295650"/>
              <a:ext cx="1393932" cy="481200"/>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a:t>
              </a:r>
            </a:p>
          </p:txBody>
        </p:sp>
        <p:sp>
          <p:nvSpPr>
            <p:cNvPr id="2" name="Oval 1">
              <a:extLst>
                <a:ext uri="{FF2B5EF4-FFF2-40B4-BE49-F238E27FC236}">
                  <a16:creationId xmlns:a16="http://schemas.microsoft.com/office/drawing/2014/main" id="{28976F4C-5B2B-155C-1E9A-E6E7BFEBE0C5}"/>
                </a:ext>
              </a:extLst>
            </p:cNvPr>
            <p:cNvSpPr/>
            <p:nvPr/>
          </p:nvSpPr>
          <p:spPr>
            <a:xfrm>
              <a:off x="2742953" y="6295650"/>
              <a:ext cx="1393932"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Intermediate Instances 2</a:t>
              </a:r>
            </a:p>
          </p:txBody>
        </p:sp>
        <p:sp>
          <p:nvSpPr>
            <p:cNvPr id="12" name="Oval 11">
              <a:extLst>
                <a:ext uri="{FF2B5EF4-FFF2-40B4-BE49-F238E27FC236}">
                  <a16:creationId xmlns:a16="http://schemas.microsoft.com/office/drawing/2014/main" id="{A3C66E33-BCB2-1863-D10F-85FC276937C3}"/>
                </a:ext>
              </a:extLst>
            </p:cNvPr>
            <p:cNvSpPr/>
            <p:nvPr/>
          </p:nvSpPr>
          <p:spPr>
            <a:xfrm>
              <a:off x="5899335" y="6295650"/>
              <a:ext cx="1393932"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Intermediate Instances k</a:t>
              </a:r>
            </a:p>
          </p:txBody>
        </p:sp>
        <p:sp>
          <p:nvSpPr>
            <p:cNvPr id="4" name="Rectangle: Rounded Corners 3">
              <a:extLst>
                <a:ext uri="{FF2B5EF4-FFF2-40B4-BE49-F238E27FC236}">
                  <a16:creationId xmlns:a16="http://schemas.microsoft.com/office/drawing/2014/main" id="{2226DBCE-FF5A-F703-7432-99FAE5861134}"/>
                </a:ext>
              </a:extLst>
            </p:cNvPr>
            <p:cNvSpPr/>
            <p:nvPr/>
          </p:nvSpPr>
          <p:spPr>
            <a:xfrm>
              <a:off x="3538790" y="8035780"/>
              <a:ext cx="1392623" cy="475777"/>
            </a:xfrm>
            <a:prstGeom prst="roundRect">
              <a:avLst>
                <a:gd name="adj" fmla="val 0"/>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Final </a:t>
              </a:r>
            </a:p>
            <a:p>
              <a:pPr algn="ctr" defTabSz="914574" fontAlgn="base">
                <a:spcBef>
                  <a:spcPct val="0"/>
                </a:spcBef>
                <a:spcAft>
                  <a:spcPct val="0"/>
                </a:spcAft>
              </a:pPr>
              <a:r>
                <a:rPr lang="en-AU" sz="956" b="1" dirty="0">
                  <a:solidFill>
                    <a:schemeClr val="bg1"/>
                  </a:solidFill>
                  <a:latin typeface="Arial"/>
                  <a:cs typeface="Arial"/>
                </a:rPr>
                <a:t>Archetypal Analysis</a:t>
              </a:r>
            </a:p>
          </p:txBody>
        </p:sp>
        <p:sp>
          <p:nvSpPr>
            <p:cNvPr id="5" name="Oval 4">
              <a:extLst>
                <a:ext uri="{FF2B5EF4-FFF2-40B4-BE49-F238E27FC236}">
                  <a16:creationId xmlns:a16="http://schemas.microsoft.com/office/drawing/2014/main" id="{4DA4181E-C264-7660-4856-BEB9635DFADF}"/>
                </a:ext>
              </a:extLst>
            </p:cNvPr>
            <p:cNvSpPr/>
            <p:nvPr/>
          </p:nvSpPr>
          <p:spPr>
            <a:xfrm>
              <a:off x="2914331" y="5587015"/>
              <a:ext cx="1052479"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Subset 2</a:t>
              </a:r>
            </a:p>
          </p:txBody>
        </p:sp>
        <p:sp>
          <p:nvSpPr>
            <p:cNvPr id="23" name="Oval 22">
              <a:extLst>
                <a:ext uri="{FF2B5EF4-FFF2-40B4-BE49-F238E27FC236}">
                  <a16:creationId xmlns:a16="http://schemas.microsoft.com/office/drawing/2014/main" id="{5D18C87D-1F1C-FC8F-E7F2-5D64886CD6D7}"/>
                </a:ext>
              </a:extLst>
            </p:cNvPr>
            <p:cNvSpPr/>
            <p:nvPr/>
          </p:nvSpPr>
          <p:spPr>
            <a:xfrm>
              <a:off x="6070589" y="5578800"/>
              <a:ext cx="1052479"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Subset </a:t>
              </a:r>
              <a:r>
                <a:rPr lang="en-US" altLang="zh-CN" sz="956" b="1" dirty="0">
                  <a:solidFill>
                    <a:schemeClr val="bg1"/>
                  </a:solidFill>
                  <a:latin typeface="Arial"/>
                  <a:cs typeface="Arial"/>
                </a:rPr>
                <a:t>k</a:t>
              </a:r>
              <a:endParaRPr lang="en-AU" sz="956" b="1" dirty="0">
                <a:solidFill>
                  <a:schemeClr val="bg1"/>
                </a:solidFill>
                <a:latin typeface="Arial"/>
                <a:cs typeface="Arial"/>
              </a:endParaRPr>
            </a:p>
          </p:txBody>
        </p:sp>
        <p:sp>
          <p:nvSpPr>
            <p:cNvPr id="8" name="Oval 7">
              <a:extLst>
                <a:ext uri="{FF2B5EF4-FFF2-40B4-BE49-F238E27FC236}">
                  <a16:creationId xmlns:a16="http://schemas.microsoft.com/office/drawing/2014/main" id="{BA6DCB18-9EAE-85BA-C38B-2904F384D101}"/>
                </a:ext>
              </a:extLst>
            </p:cNvPr>
            <p:cNvSpPr/>
            <p:nvPr/>
          </p:nvSpPr>
          <p:spPr>
            <a:xfrm>
              <a:off x="4491218" y="5578799"/>
              <a:ext cx="1052479" cy="481200"/>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GB" sz="956" b="1" dirty="0">
                  <a:solidFill>
                    <a:schemeClr val="bg1"/>
                  </a:solidFill>
                  <a:latin typeface="Arial"/>
                  <a:cs typeface="Arial"/>
                </a:rPr>
                <a:t>……</a:t>
              </a:r>
              <a:endParaRPr lang="en-AU" sz="956" b="1" dirty="0">
                <a:solidFill>
                  <a:schemeClr val="bg1"/>
                </a:solidFill>
                <a:latin typeface="Arial"/>
                <a:cs typeface="Arial"/>
              </a:endParaRPr>
            </a:p>
          </p:txBody>
        </p:sp>
        <p:cxnSp>
          <p:nvCxnSpPr>
            <p:cNvPr id="27" name="Connector: Elbow 26">
              <a:extLst>
                <a:ext uri="{FF2B5EF4-FFF2-40B4-BE49-F238E27FC236}">
                  <a16:creationId xmlns:a16="http://schemas.microsoft.com/office/drawing/2014/main" id="{727693C3-AB97-737E-D3C9-36B9C285DF85}"/>
                </a:ext>
              </a:extLst>
            </p:cNvPr>
            <p:cNvCxnSpPr>
              <a:cxnSpLocks/>
              <a:stCxn id="3" idx="4"/>
              <a:endCxn id="5" idx="0"/>
            </p:cNvCxnSpPr>
            <p:nvPr/>
          </p:nvCxnSpPr>
          <p:spPr>
            <a:xfrm rot="5400000">
              <a:off x="3645522" y="4996781"/>
              <a:ext cx="385284" cy="795185"/>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9DC535F7-7FEA-F23A-0CA9-F9F94C3316FB}"/>
                </a:ext>
              </a:extLst>
            </p:cNvPr>
            <p:cNvCxnSpPr>
              <a:cxnSpLocks/>
              <a:stCxn id="3" idx="4"/>
              <a:endCxn id="23" idx="0"/>
            </p:cNvCxnSpPr>
            <p:nvPr/>
          </p:nvCxnSpPr>
          <p:spPr>
            <a:xfrm rot="16200000" flipH="1">
              <a:off x="5227758" y="4209728"/>
              <a:ext cx="377069" cy="2361073"/>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F396BD5-8B94-22BB-BA9D-B407221618D8}"/>
                </a:ext>
              </a:extLst>
            </p:cNvPr>
            <p:cNvSpPr/>
            <p:nvPr/>
          </p:nvSpPr>
          <p:spPr>
            <a:xfrm>
              <a:off x="1164762" y="6295650"/>
              <a:ext cx="1393932" cy="48120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956" b="1" dirty="0">
                  <a:solidFill>
                    <a:schemeClr val="bg1"/>
                  </a:solidFill>
                  <a:latin typeface="Arial"/>
                  <a:cs typeface="Arial"/>
                </a:rPr>
                <a:t>Intermediate Instances 1</a:t>
              </a:r>
            </a:p>
          </p:txBody>
        </p:sp>
        <p:sp>
          <p:nvSpPr>
            <p:cNvPr id="39" name="TextBox 38">
              <a:extLst>
                <a:ext uri="{FF2B5EF4-FFF2-40B4-BE49-F238E27FC236}">
                  <a16:creationId xmlns:a16="http://schemas.microsoft.com/office/drawing/2014/main" id="{87E62B8E-0332-CB28-7E48-7B04F12A25C8}"/>
                </a:ext>
              </a:extLst>
            </p:cNvPr>
            <p:cNvSpPr txBox="1"/>
            <p:nvPr/>
          </p:nvSpPr>
          <p:spPr>
            <a:xfrm>
              <a:off x="369716" y="6269446"/>
              <a:ext cx="830419" cy="533608"/>
            </a:xfrm>
            <a:prstGeom prst="rect">
              <a:avLst/>
            </a:prstGeom>
            <a:noFill/>
            <a:ln>
              <a:noFill/>
            </a:ln>
          </p:spPr>
          <p:txBody>
            <a:bodyPr wrap="square" rtlCol="0">
              <a:spAutoFit/>
            </a:bodyPr>
            <a:lstStyle/>
            <a:p>
              <a:pPr defTabSz="914574" fontAlgn="base">
                <a:spcBef>
                  <a:spcPct val="0"/>
                </a:spcBef>
                <a:spcAft>
                  <a:spcPct val="0"/>
                </a:spcAft>
              </a:pPr>
              <a:r>
                <a:rPr lang="en-AU" sz="956" b="1" dirty="0">
                  <a:solidFill>
                    <a:schemeClr val="bg1"/>
                  </a:solidFill>
                  <a:latin typeface="Arial" charset="0"/>
                  <a:cs typeface="Arial" charset="0"/>
                </a:rPr>
                <a:t>Individual </a:t>
              </a:r>
            </a:p>
            <a:p>
              <a:pPr defTabSz="914574" fontAlgn="base">
                <a:spcBef>
                  <a:spcPct val="0"/>
                </a:spcBef>
                <a:spcAft>
                  <a:spcPct val="0"/>
                </a:spcAft>
              </a:pPr>
              <a:r>
                <a:rPr lang="en-AU" sz="956" b="1" dirty="0">
                  <a:solidFill>
                    <a:schemeClr val="bg1"/>
                  </a:solidFill>
                  <a:latin typeface="Arial" charset="0"/>
                  <a:cs typeface="Arial" charset="0"/>
                </a:rPr>
                <a:t>Archetypal </a:t>
              </a:r>
            </a:p>
            <a:p>
              <a:pPr defTabSz="914574" fontAlgn="base">
                <a:spcBef>
                  <a:spcPct val="0"/>
                </a:spcBef>
                <a:spcAft>
                  <a:spcPct val="0"/>
                </a:spcAft>
              </a:pPr>
              <a:r>
                <a:rPr lang="en-AU" sz="956" b="1" dirty="0">
                  <a:solidFill>
                    <a:schemeClr val="bg1"/>
                  </a:solidFill>
                  <a:latin typeface="Arial" charset="0"/>
                  <a:cs typeface="Arial" charset="0"/>
                </a:rPr>
                <a:t>Analyses</a:t>
              </a:r>
            </a:p>
          </p:txBody>
        </p:sp>
        <p:sp>
          <p:nvSpPr>
            <p:cNvPr id="82" name="Oval 81">
              <a:extLst>
                <a:ext uri="{FF2B5EF4-FFF2-40B4-BE49-F238E27FC236}">
                  <a16:creationId xmlns:a16="http://schemas.microsoft.com/office/drawing/2014/main" id="{2A2799B5-7921-CB17-F704-EC89760260E9}"/>
                </a:ext>
              </a:extLst>
            </p:cNvPr>
            <p:cNvSpPr/>
            <p:nvPr/>
          </p:nvSpPr>
          <p:spPr>
            <a:xfrm>
              <a:off x="3538790" y="7132393"/>
              <a:ext cx="1393932" cy="688990"/>
            </a:xfrm>
            <a:prstGeom prst="ellipse">
              <a:avLst/>
            </a:prstGeom>
            <a:solidFill>
              <a:schemeClr val="tx1"/>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US" altLang="zh-CN" sz="956" b="1" dirty="0">
                  <a:solidFill>
                    <a:schemeClr val="bg1"/>
                  </a:solidFill>
                  <a:latin typeface="Arial"/>
                  <a:cs typeface="Arial"/>
                </a:rPr>
                <a:t>Combined Intermediate Instances</a:t>
              </a:r>
              <a:endParaRPr lang="en-AU" sz="956" b="1" dirty="0">
                <a:solidFill>
                  <a:schemeClr val="bg1"/>
                </a:solidFill>
                <a:latin typeface="Arial"/>
                <a:cs typeface="Arial"/>
              </a:endParaRPr>
            </a:p>
          </p:txBody>
        </p:sp>
        <p:cxnSp>
          <p:nvCxnSpPr>
            <p:cNvPr id="83" name="Connector: Elbow 82">
              <a:extLst>
                <a:ext uri="{FF2B5EF4-FFF2-40B4-BE49-F238E27FC236}">
                  <a16:creationId xmlns:a16="http://schemas.microsoft.com/office/drawing/2014/main" id="{A3B0145A-AAD8-1DE9-6A7C-69BE20DB3D50}"/>
                </a:ext>
              </a:extLst>
            </p:cNvPr>
            <p:cNvCxnSpPr>
              <a:cxnSpLocks/>
              <a:stCxn id="40" idx="4"/>
              <a:endCxn id="82" idx="0"/>
            </p:cNvCxnSpPr>
            <p:nvPr/>
          </p:nvCxnSpPr>
          <p:spPr>
            <a:xfrm rot="16200000" flipH="1">
              <a:off x="2870971" y="5767607"/>
              <a:ext cx="355543" cy="2374028"/>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834CDF1F-E831-2C8C-1E03-8D8308D540D0}"/>
                </a:ext>
              </a:extLst>
            </p:cNvPr>
            <p:cNvCxnSpPr>
              <a:cxnSpLocks/>
              <a:stCxn id="12" idx="4"/>
              <a:endCxn id="82" idx="0"/>
            </p:cNvCxnSpPr>
            <p:nvPr/>
          </p:nvCxnSpPr>
          <p:spPr>
            <a:xfrm rot="5400000">
              <a:off x="5238258" y="5774349"/>
              <a:ext cx="355543" cy="2360545"/>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2C1904F4-4F72-C2E2-4E64-41E660F26097}"/>
                </a:ext>
              </a:extLst>
            </p:cNvPr>
            <p:cNvCxnSpPr>
              <a:cxnSpLocks/>
              <a:stCxn id="2" idx="4"/>
              <a:endCxn id="82" idx="0"/>
            </p:cNvCxnSpPr>
            <p:nvPr/>
          </p:nvCxnSpPr>
          <p:spPr>
            <a:xfrm rot="16200000" flipH="1">
              <a:off x="3660066" y="6556702"/>
              <a:ext cx="355543" cy="795837"/>
            </a:xfrm>
            <a:prstGeom prst="bentConnector3">
              <a:avLst>
                <a:gd name="adj1" fmla="val 50000"/>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705817ED-C9EF-72EE-BF0C-FD5D33C0F842}"/>
                </a:ext>
              </a:extLst>
            </p:cNvPr>
            <p:cNvCxnSpPr>
              <a:cxnSpLocks/>
              <a:stCxn id="82" idx="4"/>
              <a:endCxn id="4" idx="0"/>
            </p:cNvCxnSpPr>
            <p:nvPr/>
          </p:nvCxnSpPr>
          <p:spPr>
            <a:xfrm flipH="1">
              <a:off x="4235102" y="7821383"/>
              <a:ext cx="654" cy="214397"/>
            </a:xfrm>
            <a:prstGeom prst="straightConnector1">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CB48455-F442-176A-7067-6FBDF9900BD4}"/>
                </a:ext>
              </a:extLst>
            </p:cNvPr>
            <p:cNvCxnSpPr>
              <a:cxnSpLocks/>
              <a:stCxn id="23" idx="4"/>
              <a:endCxn id="12" idx="0"/>
            </p:cNvCxnSpPr>
            <p:nvPr/>
          </p:nvCxnSpPr>
          <p:spPr>
            <a:xfrm flipH="1">
              <a:off x="6596301" y="6060000"/>
              <a:ext cx="528" cy="235650"/>
            </a:xfrm>
            <a:prstGeom prst="straightConnector1">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E1A343F3-4A46-CA5C-32A8-75E36DE0E675}"/>
                </a:ext>
              </a:extLst>
            </p:cNvPr>
            <p:cNvCxnSpPr>
              <a:cxnSpLocks/>
              <a:stCxn id="5" idx="4"/>
              <a:endCxn id="2" idx="0"/>
            </p:cNvCxnSpPr>
            <p:nvPr/>
          </p:nvCxnSpPr>
          <p:spPr>
            <a:xfrm flipH="1">
              <a:off x="3439919" y="6068215"/>
              <a:ext cx="652" cy="227435"/>
            </a:xfrm>
            <a:prstGeom prst="straightConnector1">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0D6DAC00-9F83-B0FC-B5E7-9DCE8EF7397A}"/>
                </a:ext>
              </a:extLst>
            </p:cNvPr>
            <p:cNvCxnSpPr>
              <a:cxnSpLocks/>
              <a:stCxn id="7" idx="4"/>
              <a:endCxn id="40" idx="0"/>
            </p:cNvCxnSpPr>
            <p:nvPr/>
          </p:nvCxnSpPr>
          <p:spPr>
            <a:xfrm>
              <a:off x="1861199" y="6059998"/>
              <a:ext cx="529" cy="235652"/>
            </a:xfrm>
            <a:prstGeom prst="straightConnector1">
              <a:avLst/>
            </a:prstGeom>
            <a:solidFill>
              <a:schemeClr val="tx1"/>
            </a:solidFill>
            <a:ln w="19050">
              <a:solidFill>
                <a:schemeClr val="bg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14C7602-E664-5742-64B9-6449618A8590}"/>
              </a:ext>
            </a:extLst>
          </p:cNvPr>
          <p:cNvGrpSpPr/>
          <p:nvPr/>
        </p:nvGrpSpPr>
        <p:grpSpPr>
          <a:xfrm>
            <a:off x="5113786" y="14206075"/>
            <a:ext cx="11683543" cy="7771745"/>
            <a:chOff x="5113786" y="14206075"/>
            <a:chExt cx="11683543" cy="7771745"/>
          </a:xfrm>
        </p:grpSpPr>
        <p:sp>
          <p:nvSpPr>
            <p:cNvPr id="41" name="Rectangle 40">
              <a:extLst>
                <a:ext uri="{FF2B5EF4-FFF2-40B4-BE49-F238E27FC236}">
                  <a16:creationId xmlns:a16="http://schemas.microsoft.com/office/drawing/2014/main" id="{9548292F-828B-FFFF-699B-5D9EF9B5C21C}"/>
                </a:ext>
              </a:extLst>
            </p:cNvPr>
            <p:cNvSpPr/>
            <p:nvPr/>
          </p:nvSpPr>
          <p:spPr>
            <a:xfrm>
              <a:off x="5141738" y="14206075"/>
              <a:ext cx="11650068" cy="773911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8" name="Picture 47">
              <a:extLst>
                <a:ext uri="{FF2B5EF4-FFF2-40B4-BE49-F238E27FC236}">
                  <a16:creationId xmlns:a16="http://schemas.microsoft.com/office/drawing/2014/main" id="{BE1F2718-DADC-942D-40C9-A4E0A76B421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236681" y="18109900"/>
              <a:ext cx="3886208" cy="3867920"/>
            </a:xfrm>
            <a:prstGeom prst="rect">
              <a:avLst/>
            </a:prstGeom>
          </p:spPr>
        </p:pic>
        <p:pic>
          <p:nvPicPr>
            <p:cNvPr id="53" name="Picture 52">
              <a:extLst>
                <a:ext uri="{FF2B5EF4-FFF2-40B4-BE49-F238E27FC236}">
                  <a16:creationId xmlns:a16="http://schemas.microsoft.com/office/drawing/2014/main" id="{BB6DE887-B663-6521-49A7-D31EB61F637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41738" y="18096863"/>
              <a:ext cx="3886208" cy="3867920"/>
            </a:xfrm>
            <a:prstGeom prst="rect">
              <a:avLst/>
            </a:prstGeom>
          </p:spPr>
        </p:pic>
        <p:pic>
          <p:nvPicPr>
            <p:cNvPr id="51" name="Picture 50">
              <a:extLst>
                <a:ext uri="{FF2B5EF4-FFF2-40B4-BE49-F238E27FC236}">
                  <a16:creationId xmlns:a16="http://schemas.microsoft.com/office/drawing/2014/main" id="{7C0EBAD1-5BD4-3560-C113-A5AB138E14A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35526" y="14206075"/>
              <a:ext cx="3886208" cy="3867920"/>
            </a:xfrm>
            <a:prstGeom prst="rect">
              <a:avLst/>
            </a:prstGeom>
          </p:spPr>
        </p:pic>
        <p:pic>
          <p:nvPicPr>
            <p:cNvPr id="16" name="Picture 15">
              <a:extLst>
                <a:ext uri="{FF2B5EF4-FFF2-40B4-BE49-F238E27FC236}">
                  <a16:creationId xmlns:a16="http://schemas.microsoft.com/office/drawing/2014/main" id="{2AC1C650-FCA6-FA04-0A6C-902E70CDA1A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2911121" y="14209352"/>
              <a:ext cx="3886208" cy="3867920"/>
            </a:xfrm>
            <a:prstGeom prst="rect">
              <a:avLst/>
            </a:prstGeom>
          </p:spPr>
        </p:pic>
        <p:pic>
          <p:nvPicPr>
            <p:cNvPr id="20" name="Picture 19">
              <a:extLst>
                <a:ext uri="{FF2B5EF4-FFF2-40B4-BE49-F238E27FC236}">
                  <a16:creationId xmlns:a16="http://schemas.microsoft.com/office/drawing/2014/main" id="{F14855A2-AE5D-7E14-2D14-F30C70318BE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024913" y="14215906"/>
              <a:ext cx="3886208" cy="3867920"/>
            </a:xfrm>
            <a:prstGeom prst="rect">
              <a:avLst/>
            </a:prstGeom>
          </p:spPr>
        </p:pic>
        <p:pic>
          <p:nvPicPr>
            <p:cNvPr id="47" name="Picture 46">
              <a:extLst>
                <a:ext uri="{FF2B5EF4-FFF2-40B4-BE49-F238E27FC236}">
                  <a16:creationId xmlns:a16="http://schemas.microsoft.com/office/drawing/2014/main" id="{D93DB193-04F3-FBB8-0DFD-03AEFE0F5BC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2907771" y="18077272"/>
              <a:ext cx="3886208" cy="3867920"/>
            </a:xfrm>
            <a:prstGeom prst="rect">
              <a:avLst/>
            </a:prstGeom>
          </p:spPr>
        </p:pic>
        <p:pic>
          <p:nvPicPr>
            <p:cNvPr id="52" name="Picture 51">
              <a:extLst>
                <a:ext uri="{FF2B5EF4-FFF2-40B4-BE49-F238E27FC236}">
                  <a16:creationId xmlns:a16="http://schemas.microsoft.com/office/drawing/2014/main" id="{0194C28D-DF4B-1D33-4A23-E5AAD579959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999994" y="18083826"/>
              <a:ext cx="3886208" cy="3867920"/>
            </a:xfrm>
            <a:prstGeom prst="rect">
              <a:avLst/>
            </a:prstGeom>
          </p:spPr>
        </p:pic>
        <p:pic>
          <p:nvPicPr>
            <p:cNvPr id="54" name="Picture 53">
              <a:extLst>
                <a:ext uri="{FF2B5EF4-FFF2-40B4-BE49-F238E27FC236}">
                  <a16:creationId xmlns:a16="http://schemas.microsoft.com/office/drawing/2014/main" id="{7BA3D900-98EA-F96D-3709-0087465862D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13786" y="18103346"/>
              <a:ext cx="3886208" cy="3867920"/>
            </a:xfrm>
            <a:prstGeom prst="rect">
              <a:avLst/>
            </a:prstGeom>
          </p:spPr>
        </p:pic>
        <p:sp>
          <p:nvSpPr>
            <p:cNvPr id="29" name="TextBox 28">
              <a:extLst>
                <a:ext uri="{FF2B5EF4-FFF2-40B4-BE49-F238E27FC236}">
                  <a16:creationId xmlns:a16="http://schemas.microsoft.com/office/drawing/2014/main" id="{012DE962-71ED-F307-E7ED-AA0D2B9A1960}"/>
                </a:ext>
              </a:extLst>
            </p:cNvPr>
            <p:cNvSpPr txBox="1"/>
            <p:nvPr/>
          </p:nvSpPr>
          <p:spPr>
            <a:xfrm>
              <a:off x="9033576" y="14209352"/>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5" name="TextBox 34">
              <a:extLst>
                <a:ext uri="{FF2B5EF4-FFF2-40B4-BE49-F238E27FC236}">
                  <a16:creationId xmlns:a16="http://schemas.microsoft.com/office/drawing/2014/main" id="{3CB59620-FED9-F621-F31C-D63BD576EAE8}"/>
                </a:ext>
              </a:extLst>
            </p:cNvPr>
            <p:cNvSpPr txBox="1"/>
            <p:nvPr/>
          </p:nvSpPr>
          <p:spPr>
            <a:xfrm>
              <a:off x="5119287" y="14209352"/>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6" name="TextBox 35">
              <a:extLst>
                <a:ext uri="{FF2B5EF4-FFF2-40B4-BE49-F238E27FC236}">
                  <a16:creationId xmlns:a16="http://schemas.microsoft.com/office/drawing/2014/main" id="{D631BC92-1105-D17C-F85E-E0976BE5E348}"/>
                </a:ext>
              </a:extLst>
            </p:cNvPr>
            <p:cNvSpPr txBox="1"/>
            <p:nvPr/>
          </p:nvSpPr>
          <p:spPr>
            <a:xfrm>
              <a:off x="12917480" y="14215906"/>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2" name="TextBox 41">
              <a:extLst>
                <a:ext uri="{FF2B5EF4-FFF2-40B4-BE49-F238E27FC236}">
                  <a16:creationId xmlns:a16="http://schemas.microsoft.com/office/drawing/2014/main" id="{2210D182-CEA2-6A88-5A87-E35791CA08F0}"/>
                </a:ext>
              </a:extLst>
            </p:cNvPr>
            <p:cNvSpPr txBox="1"/>
            <p:nvPr/>
          </p:nvSpPr>
          <p:spPr>
            <a:xfrm>
              <a:off x="9048422" y="18103346"/>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(e)</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3" name="TextBox 42">
              <a:extLst>
                <a:ext uri="{FF2B5EF4-FFF2-40B4-BE49-F238E27FC236}">
                  <a16:creationId xmlns:a16="http://schemas.microsoft.com/office/drawing/2014/main" id="{B686F56A-46A6-3CE6-76E5-EDE226FE2620}"/>
                </a:ext>
              </a:extLst>
            </p:cNvPr>
            <p:cNvSpPr txBox="1"/>
            <p:nvPr/>
          </p:nvSpPr>
          <p:spPr>
            <a:xfrm>
              <a:off x="5134133" y="18103346"/>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(d)</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4" name="TextBox 43">
              <a:extLst>
                <a:ext uri="{FF2B5EF4-FFF2-40B4-BE49-F238E27FC236}">
                  <a16:creationId xmlns:a16="http://schemas.microsoft.com/office/drawing/2014/main" id="{FDAB1516-2373-7B77-E731-1DFABD525CD6}"/>
                </a:ext>
              </a:extLst>
            </p:cNvPr>
            <p:cNvSpPr txBox="1"/>
            <p:nvPr/>
          </p:nvSpPr>
          <p:spPr>
            <a:xfrm>
              <a:off x="12932326" y="1810990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(f)</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1686743586"/>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980BCA73-A3A1-CD34-B3DB-67FD08D61DAB}"/>
              </a:ext>
            </a:extLst>
          </p:cNvPr>
          <p:cNvGrpSpPr/>
          <p:nvPr/>
        </p:nvGrpSpPr>
        <p:grpSpPr>
          <a:xfrm>
            <a:off x="0" y="-807"/>
            <a:ext cx="7563047" cy="4942160"/>
            <a:chOff x="0" y="-807"/>
            <a:chExt cx="7563047" cy="4942160"/>
          </a:xfrm>
        </p:grpSpPr>
        <p:sp>
          <p:nvSpPr>
            <p:cNvPr id="58" name="Rectangle 57">
              <a:extLst>
                <a:ext uri="{FF2B5EF4-FFF2-40B4-BE49-F238E27FC236}">
                  <a16:creationId xmlns:a16="http://schemas.microsoft.com/office/drawing/2014/main" id="{48B57114-9D74-1875-1976-B5BE535AB116}"/>
                </a:ext>
              </a:extLst>
            </p:cNvPr>
            <p:cNvSpPr/>
            <p:nvPr/>
          </p:nvSpPr>
          <p:spPr>
            <a:xfrm>
              <a:off x="0" y="-807"/>
              <a:ext cx="7529730" cy="49330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3" name="Picture 42">
              <a:extLst>
                <a:ext uri="{FF2B5EF4-FFF2-40B4-BE49-F238E27FC236}">
                  <a16:creationId xmlns:a16="http://schemas.microsoft.com/office/drawing/2014/main" id="{63746FC3-A2E5-0ADE-96D0-ACCAEE8703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0385" y="9427"/>
              <a:ext cx="2962662" cy="2724917"/>
            </a:xfrm>
            <a:prstGeom prst="rect">
              <a:avLst/>
            </a:prstGeom>
          </p:spPr>
        </p:pic>
        <p:pic>
          <p:nvPicPr>
            <p:cNvPr id="41" name="Picture 40">
              <a:extLst>
                <a:ext uri="{FF2B5EF4-FFF2-40B4-BE49-F238E27FC236}">
                  <a16:creationId xmlns:a16="http://schemas.microsoft.com/office/drawing/2014/main" id="{3F33FB2D-EA07-F8F6-88E1-EC404CD93D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90086" y="4754"/>
              <a:ext cx="2962662" cy="2724917"/>
            </a:xfrm>
            <a:prstGeom prst="rect">
              <a:avLst/>
            </a:prstGeom>
          </p:spPr>
        </p:pic>
        <p:pic>
          <p:nvPicPr>
            <p:cNvPr id="66" name="Picture 65">
              <a:extLst>
                <a:ext uri="{FF2B5EF4-FFF2-40B4-BE49-F238E27FC236}">
                  <a16:creationId xmlns:a16="http://schemas.microsoft.com/office/drawing/2014/main" id="{2A0C1792-2287-B2AC-D127-6E5BB873D35E}"/>
                </a:ext>
              </a:extLst>
            </p:cNvPr>
            <p:cNvPicPr>
              <a:picLocks noChangeAspect="1"/>
            </p:cNvPicPr>
            <p:nvPr/>
          </p:nvPicPr>
          <p:blipFill>
            <a:blip r:embed="rId6">
              <a:extLst>
                <a:ext uri="{28A0092B-C50C-407E-A947-70E740481C1C}">
                  <a14:useLocalDpi xmlns:a14="http://schemas.microsoft.com/office/drawing/2010/main" val="0"/>
                </a:ext>
              </a:extLst>
            </a:blip>
            <a:srcRect b="10028"/>
            <a:stretch/>
          </p:blipFill>
          <p:spPr>
            <a:xfrm>
              <a:off x="4598741" y="2305970"/>
              <a:ext cx="2962662" cy="2451653"/>
            </a:xfrm>
            <a:prstGeom prst="rect">
              <a:avLst/>
            </a:prstGeom>
          </p:spPr>
        </p:pic>
        <p:pic>
          <p:nvPicPr>
            <p:cNvPr id="62" name="Picture 61">
              <a:extLst>
                <a:ext uri="{FF2B5EF4-FFF2-40B4-BE49-F238E27FC236}">
                  <a16:creationId xmlns:a16="http://schemas.microsoft.com/office/drawing/2014/main" id="{384D934D-B6FC-8B33-E692-EEF286934341}"/>
                </a:ext>
              </a:extLst>
            </p:cNvPr>
            <p:cNvPicPr>
              <a:picLocks noChangeAspect="1"/>
            </p:cNvPicPr>
            <p:nvPr/>
          </p:nvPicPr>
          <p:blipFill>
            <a:blip r:embed="rId7">
              <a:extLst>
                <a:ext uri="{28A0092B-C50C-407E-A947-70E740481C1C}">
                  <a14:useLocalDpi xmlns:a14="http://schemas.microsoft.com/office/drawing/2010/main" val="0"/>
                </a:ext>
              </a:extLst>
            </a:blip>
            <a:srcRect b="10028"/>
            <a:stretch/>
          </p:blipFill>
          <p:spPr>
            <a:xfrm>
              <a:off x="2283576" y="2305971"/>
              <a:ext cx="2962662" cy="2451652"/>
            </a:xfrm>
            <a:prstGeom prst="rect">
              <a:avLst/>
            </a:prstGeom>
          </p:spPr>
        </p:pic>
        <p:pic>
          <p:nvPicPr>
            <p:cNvPr id="39" name="Picture 38">
              <a:extLst>
                <a:ext uri="{FF2B5EF4-FFF2-40B4-BE49-F238E27FC236}">
                  <a16:creationId xmlns:a16="http://schemas.microsoft.com/office/drawing/2014/main" id="{A04C9D65-F508-ECDA-4FAE-6629CF614E71}"/>
                </a:ext>
              </a:extLst>
            </p:cNvPr>
            <p:cNvPicPr>
              <a:picLocks noChangeAspect="1"/>
            </p:cNvPicPr>
            <p:nvPr/>
          </p:nvPicPr>
          <p:blipFill>
            <a:blip r:embed="rId8">
              <a:extLst>
                <a:ext uri="{28A0092B-C50C-407E-A947-70E740481C1C}">
                  <a14:useLocalDpi xmlns:a14="http://schemas.microsoft.com/office/drawing/2010/main" val="0"/>
                </a:ext>
              </a:extLst>
            </a:blip>
            <a:srcRect l="8834"/>
            <a:stretch/>
          </p:blipFill>
          <p:spPr>
            <a:xfrm>
              <a:off x="236663" y="4755"/>
              <a:ext cx="2700919" cy="2724917"/>
            </a:xfrm>
            <a:prstGeom prst="rect">
              <a:avLst/>
            </a:prstGeom>
          </p:spPr>
        </p:pic>
        <p:pic>
          <p:nvPicPr>
            <p:cNvPr id="45" name="Picture 44">
              <a:extLst>
                <a:ext uri="{FF2B5EF4-FFF2-40B4-BE49-F238E27FC236}">
                  <a16:creationId xmlns:a16="http://schemas.microsoft.com/office/drawing/2014/main" id="{F00B8BBD-CD67-3C22-C7B1-9597132224DB}"/>
                </a:ext>
              </a:extLst>
            </p:cNvPr>
            <p:cNvPicPr>
              <a:picLocks noChangeAspect="1"/>
            </p:cNvPicPr>
            <p:nvPr/>
          </p:nvPicPr>
          <p:blipFill>
            <a:blip r:embed="rId9">
              <a:extLst>
                <a:ext uri="{28A0092B-C50C-407E-A947-70E740481C1C}">
                  <a14:useLocalDpi xmlns:a14="http://schemas.microsoft.com/office/drawing/2010/main" val="0"/>
                </a:ext>
              </a:extLst>
            </a:blip>
            <a:srcRect l="8895" b="10028"/>
            <a:stretch/>
          </p:blipFill>
          <p:spPr>
            <a:xfrm>
              <a:off x="236835" y="2305970"/>
              <a:ext cx="2699103" cy="2451653"/>
            </a:xfrm>
            <a:prstGeom prst="rect">
              <a:avLst/>
            </a:prstGeom>
          </p:spPr>
        </p:pic>
        <p:pic>
          <p:nvPicPr>
            <p:cNvPr id="68" name="Picture 67">
              <a:extLst>
                <a:ext uri="{FF2B5EF4-FFF2-40B4-BE49-F238E27FC236}">
                  <a16:creationId xmlns:a16="http://schemas.microsoft.com/office/drawing/2014/main" id="{36FCAE43-791C-2A03-46E5-0E641C699C3C}"/>
                </a:ext>
              </a:extLst>
            </p:cNvPr>
            <p:cNvPicPr>
              <a:picLocks noChangeAspect="1"/>
            </p:cNvPicPr>
            <p:nvPr/>
          </p:nvPicPr>
          <p:blipFill rotWithShape="1">
            <a:blip r:embed="rId10">
              <a:extLst>
                <a:ext uri="{28A0092B-C50C-407E-A947-70E740481C1C}">
                  <a14:useLocalDpi xmlns:a14="http://schemas.microsoft.com/office/drawing/2010/main" val="0"/>
                </a:ext>
              </a:extLst>
            </a:blip>
            <a:srcRect l="37765" t="54075" r="24657" b="40789"/>
            <a:stretch/>
          </p:blipFill>
          <p:spPr>
            <a:xfrm>
              <a:off x="3615425" y="4757623"/>
              <a:ext cx="956191" cy="183730"/>
            </a:xfrm>
            <a:prstGeom prst="rect">
              <a:avLst/>
            </a:prstGeom>
          </p:spPr>
        </p:pic>
        <p:pic>
          <p:nvPicPr>
            <p:cNvPr id="70" name="Picture 69">
              <a:extLst>
                <a:ext uri="{FF2B5EF4-FFF2-40B4-BE49-F238E27FC236}">
                  <a16:creationId xmlns:a16="http://schemas.microsoft.com/office/drawing/2014/main" id="{6DF0F103-D9C7-B139-7533-97B4192CAFD6}"/>
                </a:ext>
              </a:extLst>
            </p:cNvPr>
            <p:cNvPicPr>
              <a:picLocks noChangeAspect="1"/>
            </p:cNvPicPr>
            <p:nvPr/>
          </p:nvPicPr>
          <p:blipFill rotWithShape="1">
            <a:blip r:embed="rId11">
              <a:extLst>
                <a:ext uri="{28A0092B-C50C-407E-A947-70E740481C1C}">
                  <a14:useLocalDpi xmlns:a14="http://schemas.microsoft.com/office/drawing/2010/main" val="0"/>
                </a:ext>
              </a:extLst>
            </a:blip>
            <a:srcRect l="7812" t="12374" r="82632" b="60612"/>
            <a:stretch/>
          </p:blipFill>
          <p:spPr>
            <a:xfrm>
              <a:off x="0" y="1822659"/>
              <a:ext cx="243174" cy="966619"/>
            </a:xfrm>
            <a:prstGeom prst="rect">
              <a:avLst/>
            </a:prstGeom>
          </p:spPr>
        </p:pic>
        <p:sp>
          <p:nvSpPr>
            <p:cNvPr id="72" name="TextBox 71">
              <a:extLst>
                <a:ext uri="{FF2B5EF4-FFF2-40B4-BE49-F238E27FC236}">
                  <a16:creationId xmlns:a16="http://schemas.microsoft.com/office/drawing/2014/main" id="{7062E8E9-7F11-6C3E-0C31-AFBA57F3B11B}"/>
                </a:ext>
              </a:extLst>
            </p:cNvPr>
            <p:cNvSpPr txBox="1"/>
            <p:nvPr/>
          </p:nvSpPr>
          <p:spPr>
            <a:xfrm>
              <a:off x="2934649" y="94788"/>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83" name="TextBox 82">
              <a:extLst>
                <a:ext uri="{FF2B5EF4-FFF2-40B4-BE49-F238E27FC236}">
                  <a16:creationId xmlns:a16="http://schemas.microsoft.com/office/drawing/2014/main" id="{E1C8FF1F-8BC5-4A3B-A7C0-BB076111A439}"/>
                </a:ext>
              </a:extLst>
            </p:cNvPr>
            <p:cNvSpPr txBox="1"/>
            <p:nvPr/>
          </p:nvSpPr>
          <p:spPr>
            <a:xfrm>
              <a:off x="627977" y="94788"/>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89" name="TextBox 88">
              <a:extLst>
                <a:ext uri="{FF2B5EF4-FFF2-40B4-BE49-F238E27FC236}">
                  <a16:creationId xmlns:a16="http://schemas.microsoft.com/office/drawing/2014/main" id="{8C688CDC-8261-FA44-4B4A-17E763C149F3}"/>
                </a:ext>
              </a:extLst>
            </p:cNvPr>
            <p:cNvSpPr txBox="1"/>
            <p:nvPr/>
          </p:nvSpPr>
          <p:spPr>
            <a:xfrm>
              <a:off x="5254451" y="101342"/>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97" name="TextBox 96">
              <a:extLst>
                <a:ext uri="{FF2B5EF4-FFF2-40B4-BE49-F238E27FC236}">
                  <a16:creationId xmlns:a16="http://schemas.microsoft.com/office/drawing/2014/main" id="{41B9188C-5193-0658-FE57-D368F67D2432}"/>
                </a:ext>
              </a:extLst>
            </p:cNvPr>
            <p:cNvSpPr txBox="1"/>
            <p:nvPr/>
          </p:nvSpPr>
          <p:spPr>
            <a:xfrm>
              <a:off x="2934649" y="239986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98" name="TextBox 97">
              <a:extLst>
                <a:ext uri="{FF2B5EF4-FFF2-40B4-BE49-F238E27FC236}">
                  <a16:creationId xmlns:a16="http://schemas.microsoft.com/office/drawing/2014/main" id="{DB45C991-C75E-611A-3197-2F198183AABD}"/>
                </a:ext>
              </a:extLst>
            </p:cNvPr>
            <p:cNvSpPr txBox="1"/>
            <p:nvPr/>
          </p:nvSpPr>
          <p:spPr>
            <a:xfrm>
              <a:off x="615277" y="239986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99" name="TextBox 98">
              <a:extLst>
                <a:ext uri="{FF2B5EF4-FFF2-40B4-BE49-F238E27FC236}">
                  <a16:creationId xmlns:a16="http://schemas.microsoft.com/office/drawing/2014/main" id="{AEC78515-326E-B74D-47AE-1AD863C2D21D}"/>
                </a:ext>
              </a:extLst>
            </p:cNvPr>
            <p:cNvSpPr txBox="1"/>
            <p:nvPr/>
          </p:nvSpPr>
          <p:spPr>
            <a:xfrm>
              <a:off x="5254451" y="2396991"/>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64" name="Group 63">
            <a:extLst>
              <a:ext uri="{FF2B5EF4-FFF2-40B4-BE49-F238E27FC236}">
                <a16:creationId xmlns:a16="http://schemas.microsoft.com/office/drawing/2014/main" id="{3702B3B4-257A-E7A3-87B1-32E3B53A03C9}"/>
              </a:ext>
            </a:extLst>
          </p:cNvPr>
          <p:cNvGrpSpPr/>
          <p:nvPr/>
        </p:nvGrpSpPr>
        <p:grpSpPr>
          <a:xfrm>
            <a:off x="7588528" y="-1"/>
            <a:ext cx="7562646" cy="4941352"/>
            <a:chOff x="7588528" y="-1"/>
            <a:chExt cx="7562646" cy="4941352"/>
          </a:xfrm>
        </p:grpSpPr>
        <p:sp>
          <p:nvSpPr>
            <p:cNvPr id="63" name="Rectangle 62">
              <a:extLst>
                <a:ext uri="{FF2B5EF4-FFF2-40B4-BE49-F238E27FC236}">
                  <a16:creationId xmlns:a16="http://schemas.microsoft.com/office/drawing/2014/main" id="{2D75542C-5938-A029-4B7D-CE844B2A939E}"/>
                </a:ext>
              </a:extLst>
            </p:cNvPr>
            <p:cNvSpPr/>
            <p:nvPr/>
          </p:nvSpPr>
          <p:spPr>
            <a:xfrm>
              <a:off x="7597773" y="4754"/>
              <a:ext cx="7553398" cy="492567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6" name="Picture 105">
              <a:extLst>
                <a:ext uri="{FF2B5EF4-FFF2-40B4-BE49-F238E27FC236}">
                  <a16:creationId xmlns:a16="http://schemas.microsoft.com/office/drawing/2014/main" id="{1B26533F-FADC-C0B7-8774-D1E22BAD756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2188512" y="0"/>
              <a:ext cx="2962662" cy="2724917"/>
            </a:xfrm>
            <a:prstGeom prst="rect">
              <a:avLst/>
            </a:prstGeom>
          </p:spPr>
        </p:pic>
        <p:pic>
          <p:nvPicPr>
            <p:cNvPr id="104" name="Picture 103">
              <a:extLst>
                <a:ext uri="{FF2B5EF4-FFF2-40B4-BE49-F238E27FC236}">
                  <a16:creationId xmlns:a16="http://schemas.microsoft.com/office/drawing/2014/main" id="{86F2BE15-ECFC-935C-68A6-21AF4D500F3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873346" y="-1"/>
              <a:ext cx="2962662" cy="2724917"/>
            </a:xfrm>
            <a:prstGeom prst="rect">
              <a:avLst/>
            </a:prstGeom>
          </p:spPr>
        </p:pic>
        <p:pic>
          <p:nvPicPr>
            <p:cNvPr id="112" name="Picture 111">
              <a:extLst>
                <a:ext uri="{FF2B5EF4-FFF2-40B4-BE49-F238E27FC236}">
                  <a16:creationId xmlns:a16="http://schemas.microsoft.com/office/drawing/2014/main" id="{98D65798-F01F-C87D-9243-11C2D626822D}"/>
                </a:ext>
              </a:extLst>
            </p:cNvPr>
            <p:cNvPicPr>
              <a:picLocks noChangeAspect="1"/>
            </p:cNvPicPr>
            <p:nvPr/>
          </p:nvPicPr>
          <p:blipFill>
            <a:blip r:embed="rId14">
              <a:extLst>
                <a:ext uri="{28A0092B-C50C-407E-A947-70E740481C1C}">
                  <a14:useLocalDpi xmlns:a14="http://schemas.microsoft.com/office/drawing/2010/main" val="0"/>
                </a:ext>
              </a:extLst>
            </a:blip>
            <a:srcRect b="10028"/>
            <a:stretch/>
          </p:blipFill>
          <p:spPr>
            <a:xfrm>
              <a:off x="12188512" y="2305968"/>
              <a:ext cx="2962662" cy="2451655"/>
            </a:xfrm>
            <a:prstGeom prst="rect">
              <a:avLst/>
            </a:prstGeom>
          </p:spPr>
        </p:pic>
        <p:pic>
          <p:nvPicPr>
            <p:cNvPr id="110" name="Picture 109">
              <a:extLst>
                <a:ext uri="{FF2B5EF4-FFF2-40B4-BE49-F238E27FC236}">
                  <a16:creationId xmlns:a16="http://schemas.microsoft.com/office/drawing/2014/main" id="{5384D27F-A2DE-0E87-DF42-996F715C610A}"/>
                </a:ext>
              </a:extLst>
            </p:cNvPr>
            <p:cNvPicPr>
              <a:picLocks noChangeAspect="1"/>
            </p:cNvPicPr>
            <p:nvPr/>
          </p:nvPicPr>
          <p:blipFill>
            <a:blip r:embed="rId15">
              <a:extLst>
                <a:ext uri="{28A0092B-C50C-407E-A947-70E740481C1C}">
                  <a14:useLocalDpi xmlns:a14="http://schemas.microsoft.com/office/drawing/2010/main" val="0"/>
                </a:ext>
              </a:extLst>
            </a:blip>
            <a:srcRect b="10028"/>
            <a:stretch/>
          </p:blipFill>
          <p:spPr>
            <a:xfrm>
              <a:off x="9873346" y="2305968"/>
              <a:ext cx="2962662" cy="2451655"/>
            </a:xfrm>
            <a:prstGeom prst="rect">
              <a:avLst/>
            </a:prstGeom>
          </p:spPr>
        </p:pic>
        <p:pic>
          <p:nvPicPr>
            <p:cNvPr id="102" name="Picture 101">
              <a:extLst>
                <a:ext uri="{FF2B5EF4-FFF2-40B4-BE49-F238E27FC236}">
                  <a16:creationId xmlns:a16="http://schemas.microsoft.com/office/drawing/2014/main" id="{A5343A3B-8E0B-BC38-0C1F-13AA146C6219}"/>
                </a:ext>
              </a:extLst>
            </p:cNvPr>
            <p:cNvPicPr>
              <a:picLocks noChangeAspect="1"/>
            </p:cNvPicPr>
            <p:nvPr/>
          </p:nvPicPr>
          <p:blipFill>
            <a:blip r:embed="rId16">
              <a:extLst>
                <a:ext uri="{28A0092B-C50C-407E-A947-70E740481C1C}">
                  <a14:useLocalDpi xmlns:a14="http://schemas.microsoft.com/office/drawing/2010/main" val="0"/>
                </a:ext>
              </a:extLst>
            </a:blip>
            <a:srcRect l="9049"/>
            <a:stretch/>
          </p:blipFill>
          <p:spPr>
            <a:xfrm>
              <a:off x="7831141" y="0"/>
              <a:ext cx="2694568" cy="2724917"/>
            </a:xfrm>
            <a:prstGeom prst="rect">
              <a:avLst/>
            </a:prstGeom>
          </p:spPr>
        </p:pic>
        <p:pic>
          <p:nvPicPr>
            <p:cNvPr id="108" name="Picture 107">
              <a:extLst>
                <a:ext uri="{FF2B5EF4-FFF2-40B4-BE49-F238E27FC236}">
                  <a16:creationId xmlns:a16="http://schemas.microsoft.com/office/drawing/2014/main" id="{5870835D-7014-6D96-A893-368F8E23F283}"/>
                </a:ext>
              </a:extLst>
            </p:cNvPr>
            <p:cNvPicPr>
              <a:picLocks noChangeAspect="1"/>
            </p:cNvPicPr>
            <p:nvPr/>
          </p:nvPicPr>
          <p:blipFill>
            <a:blip r:embed="rId17">
              <a:extLst>
                <a:ext uri="{28A0092B-C50C-407E-A947-70E740481C1C}">
                  <a14:useLocalDpi xmlns:a14="http://schemas.microsoft.com/office/drawing/2010/main" val="0"/>
                </a:ext>
              </a:extLst>
            </a:blip>
            <a:srcRect l="9105" b="10028"/>
            <a:stretch/>
          </p:blipFill>
          <p:spPr>
            <a:xfrm>
              <a:off x="7832785" y="2305968"/>
              <a:ext cx="2692924" cy="2451653"/>
            </a:xfrm>
            <a:prstGeom prst="rect">
              <a:avLst/>
            </a:prstGeom>
          </p:spPr>
        </p:pic>
        <p:pic>
          <p:nvPicPr>
            <p:cNvPr id="113" name="Picture 112">
              <a:extLst>
                <a:ext uri="{FF2B5EF4-FFF2-40B4-BE49-F238E27FC236}">
                  <a16:creationId xmlns:a16="http://schemas.microsoft.com/office/drawing/2014/main" id="{5CD90E49-3000-DF46-DC15-9B78C5D1E5D5}"/>
                </a:ext>
              </a:extLst>
            </p:cNvPr>
            <p:cNvPicPr>
              <a:picLocks noChangeAspect="1"/>
            </p:cNvPicPr>
            <p:nvPr/>
          </p:nvPicPr>
          <p:blipFill rotWithShape="1">
            <a:blip r:embed="rId10">
              <a:extLst>
                <a:ext uri="{28A0092B-C50C-407E-A947-70E740481C1C}">
                  <a14:useLocalDpi xmlns:a14="http://schemas.microsoft.com/office/drawing/2010/main" val="0"/>
                </a:ext>
              </a:extLst>
            </a:blip>
            <a:srcRect l="37765" t="54075" r="24657" b="40789"/>
            <a:stretch/>
          </p:blipFill>
          <p:spPr>
            <a:xfrm>
              <a:off x="11205196" y="4757621"/>
              <a:ext cx="956191" cy="183730"/>
            </a:xfrm>
            <a:prstGeom prst="rect">
              <a:avLst/>
            </a:prstGeom>
          </p:spPr>
        </p:pic>
        <p:pic>
          <p:nvPicPr>
            <p:cNvPr id="114" name="Picture 113">
              <a:extLst>
                <a:ext uri="{FF2B5EF4-FFF2-40B4-BE49-F238E27FC236}">
                  <a16:creationId xmlns:a16="http://schemas.microsoft.com/office/drawing/2014/main" id="{17AD101A-0B39-F1FA-F5F2-4619B1AFB37E}"/>
                </a:ext>
              </a:extLst>
            </p:cNvPr>
            <p:cNvPicPr>
              <a:picLocks noChangeAspect="1"/>
            </p:cNvPicPr>
            <p:nvPr/>
          </p:nvPicPr>
          <p:blipFill rotWithShape="1">
            <a:blip r:embed="rId11">
              <a:extLst>
                <a:ext uri="{28A0092B-C50C-407E-A947-70E740481C1C}">
                  <a14:useLocalDpi xmlns:a14="http://schemas.microsoft.com/office/drawing/2010/main" val="0"/>
                </a:ext>
              </a:extLst>
            </a:blip>
            <a:srcRect l="7812" t="12374" r="82632" b="60612"/>
            <a:stretch/>
          </p:blipFill>
          <p:spPr>
            <a:xfrm>
              <a:off x="7588528" y="1822659"/>
              <a:ext cx="243174" cy="966619"/>
            </a:xfrm>
            <a:prstGeom prst="rect">
              <a:avLst/>
            </a:prstGeom>
          </p:spPr>
        </p:pic>
        <p:sp>
          <p:nvSpPr>
            <p:cNvPr id="115" name="TextBox 114">
              <a:extLst>
                <a:ext uri="{FF2B5EF4-FFF2-40B4-BE49-F238E27FC236}">
                  <a16:creationId xmlns:a16="http://schemas.microsoft.com/office/drawing/2014/main" id="{9878A903-74CE-9617-F2EB-877C53A617EA}"/>
                </a:ext>
              </a:extLst>
            </p:cNvPr>
            <p:cNvSpPr txBox="1"/>
            <p:nvPr/>
          </p:nvSpPr>
          <p:spPr>
            <a:xfrm>
              <a:off x="10514296" y="83780"/>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16" name="TextBox 115">
              <a:extLst>
                <a:ext uri="{FF2B5EF4-FFF2-40B4-BE49-F238E27FC236}">
                  <a16:creationId xmlns:a16="http://schemas.microsoft.com/office/drawing/2014/main" id="{FD4391B1-CD16-22C3-8817-B5FA0B5B2DC1}"/>
                </a:ext>
              </a:extLst>
            </p:cNvPr>
            <p:cNvSpPr txBox="1"/>
            <p:nvPr/>
          </p:nvSpPr>
          <p:spPr>
            <a:xfrm>
              <a:off x="8207624" y="83780"/>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17" name="TextBox 116">
              <a:extLst>
                <a:ext uri="{FF2B5EF4-FFF2-40B4-BE49-F238E27FC236}">
                  <a16:creationId xmlns:a16="http://schemas.microsoft.com/office/drawing/2014/main" id="{1277D0BB-964D-672A-826E-62D3984A5F93}"/>
                </a:ext>
              </a:extLst>
            </p:cNvPr>
            <p:cNvSpPr txBox="1"/>
            <p:nvPr/>
          </p:nvSpPr>
          <p:spPr>
            <a:xfrm>
              <a:off x="12834098" y="99761"/>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18" name="TextBox 117">
              <a:extLst>
                <a:ext uri="{FF2B5EF4-FFF2-40B4-BE49-F238E27FC236}">
                  <a16:creationId xmlns:a16="http://schemas.microsoft.com/office/drawing/2014/main" id="{813AB558-1394-B998-8AB5-253C26CA1F15}"/>
                </a:ext>
              </a:extLst>
            </p:cNvPr>
            <p:cNvSpPr txBox="1"/>
            <p:nvPr/>
          </p:nvSpPr>
          <p:spPr>
            <a:xfrm>
              <a:off x="10514296" y="239828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19" name="TextBox 118">
              <a:extLst>
                <a:ext uri="{FF2B5EF4-FFF2-40B4-BE49-F238E27FC236}">
                  <a16:creationId xmlns:a16="http://schemas.microsoft.com/office/drawing/2014/main" id="{A6487E82-60DF-6D52-AEF9-2CD6D5B97AD4}"/>
                </a:ext>
              </a:extLst>
            </p:cNvPr>
            <p:cNvSpPr txBox="1"/>
            <p:nvPr/>
          </p:nvSpPr>
          <p:spPr>
            <a:xfrm>
              <a:off x="8204351" y="239828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20" name="TextBox 119">
              <a:extLst>
                <a:ext uri="{FF2B5EF4-FFF2-40B4-BE49-F238E27FC236}">
                  <a16:creationId xmlns:a16="http://schemas.microsoft.com/office/drawing/2014/main" id="{DE642ADA-D897-7775-E242-408F927D7C88}"/>
                </a:ext>
              </a:extLst>
            </p:cNvPr>
            <p:cNvSpPr txBox="1"/>
            <p:nvPr/>
          </p:nvSpPr>
          <p:spPr>
            <a:xfrm>
              <a:off x="12834098" y="2395410"/>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61" name="Group 60">
            <a:extLst>
              <a:ext uri="{FF2B5EF4-FFF2-40B4-BE49-F238E27FC236}">
                <a16:creationId xmlns:a16="http://schemas.microsoft.com/office/drawing/2014/main" id="{BE8B73C6-322C-BA15-D521-BA2C12D9CD1F}"/>
              </a:ext>
            </a:extLst>
          </p:cNvPr>
          <p:cNvGrpSpPr/>
          <p:nvPr/>
        </p:nvGrpSpPr>
        <p:grpSpPr>
          <a:xfrm>
            <a:off x="0" y="4941349"/>
            <a:ext cx="7561403" cy="4933137"/>
            <a:chOff x="0" y="4941349"/>
            <a:chExt cx="7561403" cy="4933137"/>
          </a:xfrm>
        </p:grpSpPr>
        <p:sp>
          <p:nvSpPr>
            <p:cNvPr id="60" name="Rectangle 59">
              <a:extLst>
                <a:ext uri="{FF2B5EF4-FFF2-40B4-BE49-F238E27FC236}">
                  <a16:creationId xmlns:a16="http://schemas.microsoft.com/office/drawing/2014/main" id="{B2CB369F-4649-6D61-8574-BAAED5157213}"/>
                </a:ext>
              </a:extLst>
            </p:cNvPr>
            <p:cNvSpPr/>
            <p:nvPr/>
          </p:nvSpPr>
          <p:spPr>
            <a:xfrm>
              <a:off x="4122" y="4959641"/>
              <a:ext cx="7529730" cy="491484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7" name="Picture 126">
              <a:extLst>
                <a:ext uri="{FF2B5EF4-FFF2-40B4-BE49-F238E27FC236}">
                  <a16:creationId xmlns:a16="http://schemas.microsoft.com/office/drawing/2014/main" id="{D492E636-4F9D-0CD6-6286-47BEF3BAA4C4}"/>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598741" y="4941349"/>
              <a:ext cx="2962662" cy="2724917"/>
            </a:xfrm>
            <a:prstGeom prst="rect">
              <a:avLst/>
            </a:prstGeom>
          </p:spPr>
        </p:pic>
        <p:pic>
          <p:nvPicPr>
            <p:cNvPr id="125" name="Picture 124">
              <a:extLst>
                <a:ext uri="{FF2B5EF4-FFF2-40B4-BE49-F238E27FC236}">
                  <a16:creationId xmlns:a16="http://schemas.microsoft.com/office/drawing/2014/main" id="{446DFF3F-523F-917F-05FF-2DDC8FE04598}"/>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290086" y="4941350"/>
              <a:ext cx="2962662" cy="2724917"/>
            </a:xfrm>
            <a:prstGeom prst="rect">
              <a:avLst/>
            </a:prstGeom>
          </p:spPr>
        </p:pic>
        <p:pic>
          <p:nvPicPr>
            <p:cNvPr id="133" name="Picture 132">
              <a:extLst>
                <a:ext uri="{FF2B5EF4-FFF2-40B4-BE49-F238E27FC236}">
                  <a16:creationId xmlns:a16="http://schemas.microsoft.com/office/drawing/2014/main" id="{3ED8EC9A-D3C0-2E9B-A60D-A331F9F174F5}"/>
                </a:ext>
              </a:extLst>
            </p:cNvPr>
            <p:cNvPicPr>
              <a:picLocks noChangeAspect="1"/>
            </p:cNvPicPr>
            <p:nvPr/>
          </p:nvPicPr>
          <p:blipFill>
            <a:blip r:embed="rId20">
              <a:extLst>
                <a:ext uri="{28A0092B-C50C-407E-A947-70E740481C1C}">
                  <a14:useLocalDpi xmlns:a14="http://schemas.microsoft.com/office/drawing/2010/main" val="0"/>
                </a:ext>
              </a:extLst>
            </a:blip>
            <a:srcRect b="9920"/>
            <a:stretch/>
          </p:blipFill>
          <p:spPr>
            <a:xfrm>
              <a:off x="4598741" y="7236160"/>
              <a:ext cx="2962662" cy="2454596"/>
            </a:xfrm>
            <a:prstGeom prst="rect">
              <a:avLst/>
            </a:prstGeom>
          </p:spPr>
        </p:pic>
        <p:pic>
          <p:nvPicPr>
            <p:cNvPr id="131" name="Picture 130">
              <a:extLst>
                <a:ext uri="{FF2B5EF4-FFF2-40B4-BE49-F238E27FC236}">
                  <a16:creationId xmlns:a16="http://schemas.microsoft.com/office/drawing/2014/main" id="{020A5E4D-E3EC-98BF-9F6F-86DB42C55B91}"/>
                </a:ext>
              </a:extLst>
            </p:cNvPr>
            <p:cNvPicPr>
              <a:picLocks noChangeAspect="1"/>
            </p:cNvPicPr>
            <p:nvPr/>
          </p:nvPicPr>
          <p:blipFill>
            <a:blip r:embed="rId21">
              <a:extLst>
                <a:ext uri="{28A0092B-C50C-407E-A947-70E740481C1C}">
                  <a14:useLocalDpi xmlns:a14="http://schemas.microsoft.com/office/drawing/2010/main" val="0"/>
                </a:ext>
              </a:extLst>
            </a:blip>
            <a:srcRect b="9920"/>
            <a:stretch/>
          </p:blipFill>
          <p:spPr>
            <a:xfrm>
              <a:off x="2283576" y="7236159"/>
              <a:ext cx="2962662" cy="2454597"/>
            </a:xfrm>
            <a:prstGeom prst="rect">
              <a:avLst/>
            </a:prstGeom>
          </p:spPr>
        </p:pic>
        <p:pic>
          <p:nvPicPr>
            <p:cNvPr id="123" name="Picture 122">
              <a:extLst>
                <a:ext uri="{FF2B5EF4-FFF2-40B4-BE49-F238E27FC236}">
                  <a16:creationId xmlns:a16="http://schemas.microsoft.com/office/drawing/2014/main" id="{3F70FE5A-28F1-C12E-CFFB-FC199082D6CE}"/>
                </a:ext>
              </a:extLst>
            </p:cNvPr>
            <p:cNvPicPr>
              <a:picLocks noChangeAspect="1"/>
            </p:cNvPicPr>
            <p:nvPr/>
          </p:nvPicPr>
          <p:blipFill>
            <a:blip r:embed="rId22">
              <a:extLst>
                <a:ext uri="{28A0092B-C50C-407E-A947-70E740481C1C}">
                  <a14:useLocalDpi xmlns:a14="http://schemas.microsoft.com/office/drawing/2010/main" val="0"/>
                </a:ext>
              </a:extLst>
            </a:blip>
            <a:srcRect l="8208"/>
            <a:stretch/>
          </p:blipFill>
          <p:spPr>
            <a:xfrm>
              <a:off x="224318" y="4941351"/>
              <a:ext cx="2719489" cy="2724917"/>
            </a:xfrm>
            <a:prstGeom prst="rect">
              <a:avLst/>
            </a:prstGeom>
          </p:spPr>
        </p:pic>
        <p:pic>
          <p:nvPicPr>
            <p:cNvPr id="129" name="Picture 128">
              <a:extLst>
                <a:ext uri="{FF2B5EF4-FFF2-40B4-BE49-F238E27FC236}">
                  <a16:creationId xmlns:a16="http://schemas.microsoft.com/office/drawing/2014/main" id="{CBCFB66E-6328-E9AF-305F-76770CECDC47}"/>
                </a:ext>
              </a:extLst>
            </p:cNvPr>
            <p:cNvPicPr>
              <a:picLocks noChangeAspect="1"/>
            </p:cNvPicPr>
            <p:nvPr/>
          </p:nvPicPr>
          <p:blipFill>
            <a:blip r:embed="rId23">
              <a:extLst>
                <a:ext uri="{28A0092B-C50C-407E-A947-70E740481C1C}">
                  <a14:useLocalDpi xmlns:a14="http://schemas.microsoft.com/office/drawing/2010/main" val="0"/>
                </a:ext>
              </a:extLst>
            </a:blip>
            <a:srcRect l="8208" b="9920"/>
            <a:stretch/>
          </p:blipFill>
          <p:spPr>
            <a:xfrm>
              <a:off x="224320" y="7236159"/>
              <a:ext cx="2719488" cy="2454597"/>
            </a:xfrm>
            <a:prstGeom prst="rect">
              <a:avLst/>
            </a:prstGeom>
          </p:spPr>
        </p:pic>
        <p:pic>
          <p:nvPicPr>
            <p:cNvPr id="134" name="Picture 133">
              <a:extLst>
                <a:ext uri="{FF2B5EF4-FFF2-40B4-BE49-F238E27FC236}">
                  <a16:creationId xmlns:a16="http://schemas.microsoft.com/office/drawing/2014/main" id="{402C0005-68E5-964C-0816-2EEB21DC181C}"/>
                </a:ext>
              </a:extLst>
            </p:cNvPr>
            <p:cNvPicPr>
              <a:picLocks noChangeAspect="1"/>
            </p:cNvPicPr>
            <p:nvPr/>
          </p:nvPicPr>
          <p:blipFill rotWithShape="1">
            <a:blip r:embed="rId10">
              <a:extLst>
                <a:ext uri="{28A0092B-C50C-407E-A947-70E740481C1C}">
                  <a14:useLocalDpi xmlns:a14="http://schemas.microsoft.com/office/drawing/2010/main" val="0"/>
                </a:ext>
              </a:extLst>
            </a:blip>
            <a:srcRect l="37765" t="54075" r="24657" b="40789"/>
            <a:stretch/>
          </p:blipFill>
          <p:spPr>
            <a:xfrm>
              <a:off x="3615424" y="9690756"/>
              <a:ext cx="956191" cy="183730"/>
            </a:xfrm>
            <a:prstGeom prst="rect">
              <a:avLst/>
            </a:prstGeom>
          </p:spPr>
        </p:pic>
        <p:pic>
          <p:nvPicPr>
            <p:cNvPr id="135" name="Picture 134">
              <a:extLst>
                <a:ext uri="{FF2B5EF4-FFF2-40B4-BE49-F238E27FC236}">
                  <a16:creationId xmlns:a16="http://schemas.microsoft.com/office/drawing/2014/main" id="{665B7327-4050-5D79-748F-F8D1EB763B4D}"/>
                </a:ext>
              </a:extLst>
            </p:cNvPr>
            <p:cNvPicPr>
              <a:picLocks noChangeAspect="1"/>
            </p:cNvPicPr>
            <p:nvPr/>
          </p:nvPicPr>
          <p:blipFill rotWithShape="1">
            <a:blip r:embed="rId11">
              <a:extLst>
                <a:ext uri="{28A0092B-C50C-407E-A947-70E740481C1C}">
                  <a14:useLocalDpi xmlns:a14="http://schemas.microsoft.com/office/drawing/2010/main" val="0"/>
                </a:ext>
              </a:extLst>
            </a:blip>
            <a:srcRect l="7812" t="12374" r="82632" b="60612"/>
            <a:stretch/>
          </p:blipFill>
          <p:spPr>
            <a:xfrm>
              <a:off x="0" y="6752849"/>
              <a:ext cx="243174" cy="966619"/>
            </a:xfrm>
            <a:prstGeom prst="rect">
              <a:avLst/>
            </a:prstGeom>
          </p:spPr>
        </p:pic>
        <p:sp>
          <p:nvSpPr>
            <p:cNvPr id="136" name="TextBox 135">
              <a:extLst>
                <a:ext uri="{FF2B5EF4-FFF2-40B4-BE49-F238E27FC236}">
                  <a16:creationId xmlns:a16="http://schemas.microsoft.com/office/drawing/2014/main" id="{48EC3A6E-C111-071D-595B-83EA1D8474DC}"/>
                </a:ext>
              </a:extLst>
            </p:cNvPr>
            <p:cNvSpPr txBox="1"/>
            <p:nvPr/>
          </p:nvSpPr>
          <p:spPr>
            <a:xfrm>
              <a:off x="2929243" y="5024477"/>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37" name="TextBox 136">
              <a:extLst>
                <a:ext uri="{FF2B5EF4-FFF2-40B4-BE49-F238E27FC236}">
                  <a16:creationId xmlns:a16="http://schemas.microsoft.com/office/drawing/2014/main" id="{67E3E63A-AB11-9F68-D176-B879BE28E029}"/>
                </a:ext>
              </a:extLst>
            </p:cNvPr>
            <p:cNvSpPr txBox="1"/>
            <p:nvPr/>
          </p:nvSpPr>
          <p:spPr>
            <a:xfrm>
              <a:off x="622571" y="5024477"/>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38" name="TextBox 137">
              <a:extLst>
                <a:ext uri="{FF2B5EF4-FFF2-40B4-BE49-F238E27FC236}">
                  <a16:creationId xmlns:a16="http://schemas.microsoft.com/office/drawing/2014/main" id="{46F9575F-0477-267A-ABEF-8957BA546541}"/>
                </a:ext>
              </a:extLst>
            </p:cNvPr>
            <p:cNvSpPr txBox="1"/>
            <p:nvPr/>
          </p:nvSpPr>
          <p:spPr>
            <a:xfrm>
              <a:off x="5239618" y="502160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39" name="TextBox 138">
              <a:extLst>
                <a:ext uri="{FF2B5EF4-FFF2-40B4-BE49-F238E27FC236}">
                  <a16:creationId xmlns:a16="http://schemas.microsoft.com/office/drawing/2014/main" id="{D5975911-9044-BB33-03E3-60009212E9DF}"/>
                </a:ext>
              </a:extLst>
            </p:cNvPr>
            <p:cNvSpPr txBox="1"/>
            <p:nvPr/>
          </p:nvSpPr>
          <p:spPr>
            <a:xfrm>
              <a:off x="2929243" y="732955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40" name="TextBox 139">
              <a:extLst>
                <a:ext uri="{FF2B5EF4-FFF2-40B4-BE49-F238E27FC236}">
                  <a16:creationId xmlns:a16="http://schemas.microsoft.com/office/drawing/2014/main" id="{075F2336-5EA3-0003-A5D7-217C436A8257}"/>
                </a:ext>
              </a:extLst>
            </p:cNvPr>
            <p:cNvSpPr txBox="1"/>
            <p:nvPr/>
          </p:nvSpPr>
          <p:spPr>
            <a:xfrm>
              <a:off x="619298" y="732955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41" name="TextBox 140">
              <a:extLst>
                <a:ext uri="{FF2B5EF4-FFF2-40B4-BE49-F238E27FC236}">
                  <a16:creationId xmlns:a16="http://schemas.microsoft.com/office/drawing/2014/main" id="{D86D19C6-8900-DB27-5598-F522E9108DF7}"/>
                </a:ext>
              </a:extLst>
            </p:cNvPr>
            <p:cNvSpPr txBox="1"/>
            <p:nvPr/>
          </p:nvSpPr>
          <p:spPr>
            <a:xfrm>
              <a:off x="5249045" y="7326680"/>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57" name="Group 56">
            <a:extLst>
              <a:ext uri="{FF2B5EF4-FFF2-40B4-BE49-F238E27FC236}">
                <a16:creationId xmlns:a16="http://schemas.microsoft.com/office/drawing/2014/main" id="{1CFC18D9-159C-B0ED-B8B8-E60E15AA1075}"/>
              </a:ext>
            </a:extLst>
          </p:cNvPr>
          <p:cNvGrpSpPr/>
          <p:nvPr/>
        </p:nvGrpSpPr>
        <p:grpSpPr>
          <a:xfrm>
            <a:off x="7597773" y="4935444"/>
            <a:ext cx="7553401" cy="4967337"/>
            <a:chOff x="7597773" y="4935444"/>
            <a:chExt cx="7553401" cy="4967337"/>
          </a:xfrm>
        </p:grpSpPr>
        <p:sp>
          <p:nvSpPr>
            <p:cNvPr id="31" name="Rectangle 30">
              <a:extLst>
                <a:ext uri="{FF2B5EF4-FFF2-40B4-BE49-F238E27FC236}">
                  <a16:creationId xmlns:a16="http://schemas.microsoft.com/office/drawing/2014/main" id="{D977CA36-76EB-6EA9-323E-9C29C070196C}"/>
                </a:ext>
              </a:extLst>
            </p:cNvPr>
            <p:cNvSpPr/>
            <p:nvPr/>
          </p:nvSpPr>
          <p:spPr>
            <a:xfrm>
              <a:off x="7597773" y="4942128"/>
              <a:ext cx="7553398" cy="496065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84C84E41-EFC6-FD1F-A6FA-DE3415890659}"/>
                </a:ext>
              </a:extLst>
            </p:cNvPr>
            <p:cNvPicPr>
              <a:picLocks noChangeAspect="1"/>
            </p:cNvPicPr>
            <p:nvPr/>
          </p:nvPicPr>
          <p:blipFill>
            <a:blip r:embed="rId6">
              <a:extLst>
                <a:ext uri="{28A0092B-C50C-407E-A947-70E740481C1C}">
                  <a14:useLocalDpi xmlns:a14="http://schemas.microsoft.com/office/drawing/2010/main" val="0"/>
                </a:ext>
              </a:extLst>
            </a:blip>
            <a:srcRect b="10028"/>
            <a:stretch/>
          </p:blipFill>
          <p:spPr>
            <a:xfrm>
              <a:off x="12188512" y="4935444"/>
              <a:ext cx="2962662" cy="2451653"/>
            </a:xfrm>
            <a:prstGeom prst="rect">
              <a:avLst/>
            </a:prstGeom>
          </p:spPr>
        </p:pic>
        <p:pic>
          <p:nvPicPr>
            <p:cNvPr id="4" name="Picture 3">
              <a:extLst>
                <a:ext uri="{FF2B5EF4-FFF2-40B4-BE49-F238E27FC236}">
                  <a16:creationId xmlns:a16="http://schemas.microsoft.com/office/drawing/2014/main" id="{5263E902-6011-99A3-D491-B017D62AAAE1}"/>
                </a:ext>
              </a:extLst>
            </p:cNvPr>
            <p:cNvPicPr>
              <a:picLocks noChangeAspect="1"/>
            </p:cNvPicPr>
            <p:nvPr/>
          </p:nvPicPr>
          <p:blipFill>
            <a:blip r:embed="rId9">
              <a:extLst>
                <a:ext uri="{28A0092B-C50C-407E-A947-70E740481C1C}">
                  <a14:useLocalDpi xmlns:a14="http://schemas.microsoft.com/office/drawing/2010/main" val="0"/>
                </a:ext>
              </a:extLst>
            </a:blip>
            <a:srcRect l="8895" b="10028"/>
            <a:stretch/>
          </p:blipFill>
          <p:spPr>
            <a:xfrm>
              <a:off x="10134995" y="4935445"/>
              <a:ext cx="2699103" cy="2451653"/>
            </a:xfrm>
            <a:prstGeom prst="rect">
              <a:avLst/>
            </a:prstGeom>
          </p:spPr>
        </p:pic>
        <p:pic>
          <p:nvPicPr>
            <p:cNvPr id="2" name="Picture 1">
              <a:extLst>
                <a:ext uri="{FF2B5EF4-FFF2-40B4-BE49-F238E27FC236}">
                  <a16:creationId xmlns:a16="http://schemas.microsoft.com/office/drawing/2014/main" id="{809C2A55-7FA4-31B2-C30D-EA9E1F11C92A}"/>
                </a:ext>
              </a:extLst>
            </p:cNvPr>
            <p:cNvPicPr>
              <a:picLocks noChangeAspect="1"/>
            </p:cNvPicPr>
            <p:nvPr/>
          </p:nvPicPr>
          <p:blipFill>
            <a:blip r:embed="rId5">
              <a:extLst>
                <a:ext uri="{28A0092B-C50C-407E-A947-70E740481C1C}">
                  <a14:useLocalDpi xmlns:a14="http://schemas.microsoft.com/office/drawing/2010/main" val="0"/>
                </a:ext>
              </a:extLst>
            </a:blip>
            <a:srcRect l="8822"/>
            <a:stretch/>
          </p:blipFill>
          <p:spPr>
            <a:xfrm>
              <a:off x="7824427" y="4941349"/>
              <a:ext cx="2701281" cy="2724917"/>
            </a:xfrm>
            <a:prstGeom prst="rect">
              <a:avLst/>
            </a:prstGeom>
          </p:spPr>
        </p:pic>
        <p:pic>
          <p:nvPicPr>
            <p:cNvPr id="6" name="Picture 5">
              <a:extLst>
                <a:ext uri="{FF2B5EF4-FFF2-40B4-BE49-F238E27FC236}">
                  <a16:creationId xmlns:a16="http://schemas.microsoft.com/office/drawing/2014/main" id="{E82807E8-E6D5-495E-9C29-FA5A0D5B46E5}"/>
                </a:ext>
              </a:extLst>
            </p:cNvPr>
            <p:cNvPicPr>
              <a:picLocks noChangeAspect="1"/>
            </p:cNvPicPr>
            <p:nvPr/>
          </p:nvPicPr>
          <p:blipFill>
            <a:blip r:embed="rId14">
              <a:extLst>
                <a:ext uri="{28A0092B-C50C-407E-A947-70E740481C1C}">
                  <a14:useLocalDpi xmlns:a14="http://schemas.microsoft.com/office/drawing/2010/main" val="0"/>
                </a:ext>
              </a:extLst>
            </a:blip>
            <a:srcRect b="10028"/>
            <a:stretch/>
          </p:blipFill>
          <p:spPr>
            <a:xfrm>
              <a:off x="12188509" y="7252299"/>
              <a:ext cx="2962662" cy="2451655"/>
            </a:xfrm>
            <a:prstGeom prst="rect">
              <a:avLst/>
            </a:prstGeom>
          </p:spPr>
        </p:pic>
        <p:pic>
          <p:nvPicPr>
            <p:cNvPr id="7" name="Picture 6">
              <a:extLst>
                <a:ext uri="{FF2B5EF4-FFF2-40B4-BE49-F238E27FC236}">
                  <a16:creationId xmlns:a16="http://schemas.microsoft.com/office/drawing/2014/main" id="{B4894271-815C-17ED-D6BA-E384E19A43DB}"/>
                </a:ext>
              </a:extLst>
            </p:cNvPr>
            <p:cNvPicPr>
              <a:picLocks noChangeAspect="1"/>
            </p:cNvPicPr>
            <p:nvPr/>
          </p:nvPicPr>
          <p:blipFill>
            <a:blip r:embed="rId17">
              <a:extLst>
                <a:ext uri="{28A0092B-C50C-407E-A947-70E740481C1C}">
                  <a14:useLocalDpi xmlns:a14="http://schemas.microsoft.com/office/drawing/2010/main" val="0"/>
                </a:ext>
              </a:extLst>
            </a:blip>
            <a:srcRect l="9105" b="10028"/>
            <a:stretch/>
          </p:blipFill>
          <p:spPr>
            <a:xfrm>
              <a:off x="10149597" y="7252301"/>
              <a:ext cx="2692924" cy="2451653"/>
            </a:xfrm>
            <a:prstGeom prst="rect">
              <a:avLst/>
            </a:prstGeom>
          </p:spPr>
        </p:pic>
        <p:pic>
          <p:nvPicPr>
            <p:cNvPr id="5" name="Picture 4">
              <a:extLst>
                <a:ext uri="{FF2B5EF4-FFF2-40B4-BE49-F238E27FC236}">
                  <a16:creationId xmlns:a16="http://schemas.microsoft.com/office/drawing/2014/main" id="{5AE258B1-39C4-3435-70D7-0FCD50A3C1A1}"/>
                </a:ext>
              </a:extLst>
            </p:cNvPr>
            <p:cNvPicPr>
              <a:picLocks noChangeAspect="1"/>
            </p:cNvPicPr>
            <p:nvPr/>
          </p:nvPicPr>
          <p:blipFill>
            <a:blip r:embed="rId13">
              <a:extLst>
                <a:ext uri="{28A0092B-C50C-407E-A947-70E740481C1C}">
                  <a14:useLocalDpi xmlns:a14="http://schemas.microsoft.com/office/drawing/2010/main" val="0"/>
                </a:ext>
              </a:extLst>
            </a:blip>
            <a:srcRect l="8602" b="9920"/>
            <a:stretch/>
          </p:blipFill>
          <p:spPr>
            <a:xfrm>
              <a:off x="7817918" y="7252303"/>
              <a:ext cx="2707793" cy="2454597"/>
            </a:xfrm>
            <a:prstGeom prst="rect">
              <a:avLst/>
            </a:prstGeom>
          </p:spPr>
        </p:pic>
        <p:sp>
          <p:nvSpPr>
            <p:cNvPr id="8" name="TextBox 7">
              <a:extLst>
                <a:ext uri="{FF2B5EF4-FFF2-40B4-BE49-F238E27FC236}">
                  <a16:creationId xmlns:a16="http://schemas.microsoft.com/office/drawing/2014/main" id="{D0F41DCA-37D4-B4E0-93C0-571632BD5F61}"/>
                </a:ext>
              </a:extLst>
            </p:cNvPr>
            <p:cNvSpPr txBox="1"/>
            <p:nvPr/>
          </p:nvSpPr>
          <p:spPr>
            <a:xfrm>
              <a:off x="10520047" y="502168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40AB6545-F97D-701D-83CF-A557F65C1EDC}"/>
                </a:ext>
              </a:extLst>
            </p:cNvPr>
            <p:cNvSpPr txBox="1"/>
            <p:nvPr/>
          </p:nvSpPr>
          <p:spPr>
            <a:xfrm>
              <a:off x="8213375" y="502168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848D2D8F-9962-85EE-777F-7E99C1215C68}"/>
                </a:ext>
              </a:extLst>
            </p:cNvPr>
            <p:cNvSpPr txBox="1"/>
            <p:nvPr/>
          </p:nvSpPr>
          <p:spPr>
            <a:xfrm>
              <a:off x="12839849" y="503766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B2E7F75A-E2E7-9B18-9864-13BC6954E18C}"/>
                </a:ext>
              </a:extLst>
            </p:cNvPr>
            <p:cNvSpPr txBox="1"/>
            <p:nvPr/>
          </p:nvSpPr>
          <p:spPr>
            <a:xfrm>
              <a:off x="10520047" y="7336186"/>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2" name="TextBox 11">
              <a:extLst>
                <a:ext uri="{FF2B5EF4-FFF2-40B4-BE49-F238E27FC236}">
                  <a16:creationId xmlns:a16="http://schemas.microsoft.com/office/drawing/2014/main" id="{4AFA19EA-CE1C-F65E-AF63-F1D82410F29F}"/>
                </a:ext>
              </a:extLst>
            </p:cNvPr>
            <p:cNvSpPr txBox="1"/>
            <p:nvPr/>
          </p:nvSpPr>
          <p:spPr>
            <a:xfrm>
              <a:off x="8210102" y="7336186"/>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F6672708-B028-56CE-9B85-D3D27EE02C5F}"/>
                </a:ext>
              </a:extLst>
            </p:cNvPr>
            <p:cNvSpPr txBox="1"/>
            <p:nvPr/>
          </p:nvSpPr>
          <p:spPr>
            <a:xfrm>
              <a:off x="12839849" y="7333313"/>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pic>
          <p:nvPicPr>
            <p:cNvPr id="14" name="Picture 13">
              <a:extLst>
                <a:ext uri="{FF2B5EF4-FFF2-40B4-BE49-F238E27FC236}">
                  <a16:creationId xmlns:a16="http://schemas.microsoft.com/office/drawing/2014/main" id="{FF40C39A-D292-B7EC-B5F6-DC0B39DC2063}"/>
                </a:ext>
              </a:extLst>
            </p:cNvPr>
            <p:cNvPicPr>
              <a:picLocks noChangeAspect="1"/>
            </p:cNvPicPr>
            <p:nvPr/>
          </p:nvPicPr>
          <p:blipFill rotWithShape="1">
            <a:blip r:embed="rId10">
              <a:extLst>
                <a:ext uri="{28A0092B-C50C-407E-A947-70E740481C1C}">
                  <a14:useLocalDpi xmlns:a14="http://schemas.microsoft.com/office/drawing/2010/main" val="0"/>
                </a:ext>
              </a:extLst>
            </a:blip>
            <a:srcRect l="37765" t="54075" r="24657" b="40789"/>
            <a:stretch/>
          </p:blipFill>
          <p:spPr>
            <a:xfrm>
              <a:off x="11201940" y="9690756"/>
              <a:ext cx="956191" cy="183730"/>
            </a:xfrm>
            <a:prstGeom prst="rect">
              <a:avLst/>
            </a:prstGeom>
          </p:spPr>
        </p:pic>
        <p:pic>
          <p:nvPicPr>
            <p:cNvPr id="15" name="Picture 14">
              <a:extLst>
                <a:ext uri="{FF2B5EF4-FFF2-40B4-BE49-F238E27FC236}">
                  <a16:creationId xmlns:a16="http://schemas.microsoft.com/office/drawing/2014/main" id="{4D2F3308-387E-632B-B72A-919F5B2754CB}"/>
                </a:ext>
              </a:extLst>
            </p:cNvPr>
            <p:cNvPicPr>
              <a:picLocks noChangeAspect="1"/>
            </p:cNvPicPr>
            <p:nvPr/>
          </p:nvPicPr>
          <p:blipFill rotWithShape="1">
            <a:blip r:embed="rId11">
              <a:extLst>
                <a:ext uri="{28A0092B-C50C-407E-A947-70E740481C1C}">
                  <a14:useLocalDpi xmlns:a14="http://schemas.microsoft.com/office/drawing/2010/main" val="0"/>
                </a:ext>
              </a:extLst>
            </a:blip>
            <a:srcRect l="7812" t="12374" r="82632" b="60612"/>
            <a:stretch/>
          </p:blipFill>
          <p:spPr>
            <a:xfrm>
              <a:off x="7597773" y="6752848"/>
              <a:ext cx="243174" cy="966619"/>
            </a:xfrm>
            <a:prstGeom prst="rect">
              <a:avLst/>
            </a:prstGeom>
          </p:spPr>
        </p:pic>
      </p:grpSp>
      <p:pic>
        <p:nvPicPr>
          <p:cNvPr id="18" name="Picture 17">
            <a:extLst>
              <a:ext uri="{FF2B5EF4-FFF2-40B4-BE49-F238E27FC236}">
                <a16:creationId xmlns:a16="http://schemas.microsoft.com/office/drawing/2014/main" id="{4552FC35-2737-AC1D-9D9D-6E9A9BCA963F}"/>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8165195" y="10193590"/>
            <a:ext cx="2542037" cy="2523749"/>
          </a:xfrm>
          <a:prstGeom prst="rect">
            <a:avLst/>
          </a:prstGeom>
        </p:spPr>
      </p:pic>
      <p:pic>
        <p:nvPicPr>
          <p:cNvPr id="20" name="Picture 19">
            <a:extLst>
              <a:ext uri="{FF2B5EF4-FFF2-40B4-BE49-F238E27FC236}">
                <a16:creationId xmlns:a16="http://schemas.microsoft.com/office/drawing/2014/main" id="{E0538C75-76C7-0DC3-24C9-C3745FD76A11}"/>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0715045" y="10190644"/>
            <a:ext cx="2532893" cy="2514605"/>
          </a:xfrm>
          <a:prstGeom prst="rect">
            <a:avLst/>
          </a:prstGeom>
        </p:spPr>
      </p:pic>
      <p:pic>
        <p:nvPicPr>
          <p:cNvPr id="22" name="Picture 21">
            <a:extLst>
              <a:ext uri="{FF2B5EF4-FFF2-40B4-BE49-F238E27FC236}">
                <a16:creationId xmlns:a16="http://schemas.microsoft.com/office/drawing/2014/main" id="{F8FFAC66-A513-D8BD-BBF0-478697064609}"/>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3246606" y="10194345"/>
            <a:ext cx="2532893" cy="2514605"/>
          </a:xfrm>
          <a:prstGeom prst="rect">
            <a:avLst/>
          </a:prstGeom>
        </p:spPr>
      </p:pic>
      <p:pic>
        <p:nvPicPr>
          <p:cNvPr id="24" name="Picture 23">
            <a:extLst>
              <a:ext uri="{FF2B5EF4-FFF2-40B4-BE49-F238E27FC236}">
                <a16:creationId xmlns:a16="http://schemas.microsoft.com/office/drawing/2014/main" id="{538A5559-31DC-2A89-85F0-FEE0930F6A0D}"/>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158719" y="12717281"/>
            <a:ext cx="2532893" cy="2514605"/>
          </a:xfrm>
          <a:prstGeom prst="rect">
            <a:avLst/>
          </a:prstGeom>
        </p:spPr>
      </p:pic>
      <p:pic>
        <p:nvPicPr>
          <p:cNvPr id="26" name="Picture 25">
            <a:extLst>
              <a:ext uri="{FF2B5EF4-FFF2-40B4-BE49-F238E27FC236}">
                <a16:creationId xmlns:a16="http://schemas.microsoft.com/office/drawing/2014/main" id="{3B3302E2-7CA6-85F7-D2CF-FA56566C3742}"/>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0715044" y="12712651"/>
            <a:ext cx="2532893" cy="2514605"/>
          </a:xfrm>
          <a:prstGeom prst="rect">
            <a:avLst/>
          </a:prstGeom>
        </p:spPr>
      </p:pic>
      <p:pic>
        <p:nvPicPr>
          <p:cNvPr id="28" name="Picture 27">
            <a:extLst>
              <a:ext uri="{FF2B5EF4-FFF2-40B4-BE49-F238E27FC236}">
                <a16:creationId xmlns:a16="http://schemas.microsoft.com/office/drawing/2014/main" id="{90078738-2042-B10D-DC2F-79CEF3026C9B}"/>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3246605" y="12712651"/>
            <a:ext cx="2532893" cy="2514605"/>
          </a:xfrm>
          <a:prstGeom prst="rect">
            <a:avLst/>
          </a:prstGeom>
        </p:spPr>
      </p:pic>
      <p:pic>
        <p:nvPicPr>
          <p:cNvPr id="33" name="Picture 32">
            <a:extLst>
              <a:ext uri="{FF2B5EF4-FFF2-40B4-BE49-F238E27FC236}">
                <a16:creationId xmlns:a16="http://schemas.microsoft.com/office/drawing/2014/main" id="{C8E56AA9-1CDE-562F-63B7-95CD65A5F843}"/>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97568" y="10190645"/>
            <a:ext cx="2542037" cy="2523749"/>
          </a:xfrm>
          <a:prstGeom prst="rect">
            <a:avLst/>
          </a:prstGeom>
        </p:spPr>
      </p:pic>
      <p:pic>
        <p:nvPicPr>
          <p:cNvPr id="35" name="Picture 34">
            <a:extLst>
              <a:ext uri="{FF2B5EF4-FFF2-40B4-BE49-F238E27FC236}">
                <a16:creationId xmlns:a16="http://schemas.microsoft.com/office/drawing/2014/main" id="{7598841D-81FB-4494-9F7B-D144B32405DF}"/>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638273" y="10190645"/>
            <a:ext cx="2532893" cy="2514605"/>
          </a:xfrm>
          <a:prstGeom prst="rect">
            <a:avLst/>
          </a:prstGeom>
        </p:spPr>
      </p:pic>
      <p:pic>
        <p:nvPicPr>
          <p:cNvPr id="37" name="Picture 36">
            <a:extLst>
              <a:ext uri="{FF2B5EF4-FFF2-40B4-BE49-F238E27FC236}">
                <a16:creationId xmlns:a16="http://schemas.microsoft.com/office/drawing/2014/main" id="{AD3877D1-38F5-D23D-57AD-08C5490BC134}"/>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5177222" y="10191751"/>
            <a:ext cx="2532893" cy="2514605"/>
          </a:xfrm>
          <a:prstGeom prst="rect">
            <a:avLst/>
          </a:prstGeom>
        </p:spPr>
      </p:pic>
      <p:pic>
        <p:nvPicPr>
          <p:cNvPr id="40" name="Picture 39">
            <a:extLst>
              <a:ext uri="{FF2B5EF4-FFF2-40B4-BE49-F238E27FC236}">
                <a16:creationId xmlns:a16="http://schemas.microsoft.com/office/drawing/2014/main" id="{909E0139-93F1-6175-7B86-DE99644FFDDB}"/>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97567" y="12714394"/>
            <a:ext cx="2532893" cy="2514605"/>
          </a:xfrm>
          <a:prstGeom prst="rect">
            <a:avLst/>
          </a:prstGeom>
        </p:spPr>
      </p:pic>
      <p:pic>
        <p:nvPicPr>
          <p:cNvPr id="44" name="Picture 43">
            <a:extLst>
              <a:ext uri="{FF2B5EF4-FFF2-40B4-BE49-F238E27FC236}">
                <a16:creationId xmlns:a16="http://schemas.microsoft.com/office/drawing/2014/main" id="{EEF48027-6B9E-B747-EE66-E40BA75FA448}"/>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2629794" y="12723538"/>
            <a:ext cx="2532893" cy="2514605"/>
          </a:xfrm>
          <a:prstGeom prst="rect">
            <a:avLst/>
          </a:prstGeom>
        </p:spPr>
      </p:pic>
      <p:pic>
        <p:nvPicPr>
          <p:cNvPr id="47" name="Picture 46">
            <a:extLst>
              <a:ext uri="{FF2B5EF4-FFF2-40B4-BE49-F238E27FC236}">
                <a16:creationId xmlns:a16="http://schemas.microsoft.com/office/drawing/2014/main" id="{44964EB1-1B0B-98DA-6728-0B83E2CA52EC}"/>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5186467" y="12706241"/>
            <a:ext cx="2532893" cy="2514605"/>
          </a:xfrm>
          <a:prstGeom prst="rect">
            <a:avLst/>
          </a:prstGeom>
        </p:spPr>
      </p:pic>
      <p:pic>
        <p:nvPicPr>
          <p:cNvPr id="23" name="Picture 22">
            <a:extLst>
              <a:ext uri="{FF2B5EF4-FFF2-40B4-BE49-F238E27FC236}">
                <a16:creationId xmlns:a16="http://schemas.microsoft.com/office/drawing/2014/main" id="{69A40D7F-37FC-7C8D-AF5F-790133B62AAF}"/>
              </a:ext>
            </a:extLst>
          </p:cNvPr>
          <p:cNvPicPr>
            <a:picLocks noChangeAspect="1"/>
          </p:cNvPicPr>
          <p:nvPr/>
        </p:nvPicPr>
        <p:blipFill rotWithShape="1">
          <a:blip r:embed="rId36">
            <a:extLst>
              <a:ext uri="{28A0092B-C50C-407E-A947-70E740481C1C}">
                <a14:useLocalDpi xmlns:a14="http://schemas.microsoft.com/office/drawing/2010/main" val="0"/>
              </a:ext>
            </a:extLst>
          </a:blip>
          <a:srcRect b="9454"/>
          <a:stretch/>
        </p:blipFill>
        <p:spPr>
          <a:xfrm>
            <a:off x="5207638" y="18442244"/>
            <a:ext cx="2916942" cy="2434182"/>
          </a:xfrm>
          <a:prstGeom prst="rect">
            <a:avLst/>
          </a:prstGeom>
        </p:spPr>
      </p:pic>
      <p:pic>
        <p:nvPicPr>
          <p:cNvPr id="29" name="Picture 28">
            <a:extLst>
              <a:ext uri="{FF2B5EF4-FFF2-40B4-BE49-F238E27FC236}">
                <a16:creationId xmlns:a16="http://schemas.microsoft.com/office/drawing/2014/main" id="{0FC9DCDE-6C60-5E4B-5409-5BD9CE3DB7E7}"/>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2557352" y="18442244"/>
            <a:ext cx="2916942" cy="2688341"/>
          </a:xfrm>
          <a:prstGeom prst="rect">
            <a:avLst/>
          </a:prstGeom>
        </p:spPr>
      </p:pic>
      <p:pic>
        <p:nvPicPr>
          <p:cNvPr id="30" name="Picture 29">
            <a:extLst>
              <a:ext uri="{FF2B5EF4-FFF2-40B4-BE49-F238E27FC236}">
                <a16:creationId xmlns:a16="http://schemas.microsoft.com/office/drawing/2014/main" id="{6B8C4D6D-B796-05DE-9B61-06FFA4FE6E74}"/>
              </a:ext>
            </a:extLst>
          </p:cNvPr>
          <p:cNvPicPr>
            <a:picLocks noChangeAspect="1"/>
          </p:cNvPicPr>
          <p:nvPr/>
        </p:nvPicPr>
        <p:blipFill rotWithShape="1">
          <a:blip r:embed="rId38">
            <a:extLst>
              <a:ext uri="{28A0092B-C50C-407E-A947-70E740481C1C}">
                <a14:useLocalDpi xmlns:a14="http://schemas.microsoft.com/office/drawing/2010/main" val="0"/>
              </a:ext>
            </a:extLst>
          </a:blip>
          <a:srcRect b="9454"/>
          <a:stretch/>
        </p:blipFill>
        <p:spPr>
          <a:xfrm>
            <a:off x="0" y="18442246"/>
            <a:ext cx="2834646" cy="2434182"/>
          </a:xfrm>
          <a:prstGeom prst="rect">
            <a:avLst/>
          </a:prstGeom>
        </p:spPr>
      </p:pic>
      <p:sp>
        <p:nvSpPr>
          <p:cNvPr id="46" name="TextBox 45">
            <a:extLst>
              <a:ext uri="{FF2B5EF4-FFF2-40B4-BE49-F238E27FC236}">
                <a16:creationId xmlns:a16="http://schemas.microsoft.com/office/drawing/2014/main" id="{FD929149-181E-8DCC-202E-58BBAC0F5B4F}"/>
              </a:ext>
            </a:extLst>
          </p:cNvPr>
          <p:cNvSpPr txBox="1"/>
          <p:nvPr/>
        </p:nvSpPr>
        <p:spPr>
          <a:xfrm>
            <a:off x="3184471" y="18490779"/>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8" name="TextBox 47">
            <a:extLst>
              <a:ext uri="{FF2B5EF4-FFF2-40B4-BE49-F238E27FC236}">
                <a16:creationId xmlns:a16="http://schemas.microsoft.com/office/drawing/2014/main" id="{22562D48-CB84-2E94-D9AE-E06D003A6EE0}"/>
              </a:ext>
            </a:extLst>
          </p:cNvPr>
          <p:cNvSpPr txBox="1"/>
          <p:nvPr/>
        </p:nvSpPr>
        <p:spPr>
          <a:xfrm>
            <a:off x="547592" y="18490779"/>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9" name="TextBox 48">
            <a:extLst>
              <a:ext uri="{FF2B5EF4-FFF2-40B4-BE49-F238E27FC236}">
                <a16:creationId xmlns:a16="http://schemas.microsoft.com/office/drawing/2014/main" id="{6117A866-81FA-1454-CFA9-A326C4418116}"/>
              </a:ext>
            </a:extLst>
          </p:cNvPr>
          <p:cNvSpPr txBox="1"/>
          <p:nvPr/>
        </p:nvSpPr>
        <p:spPr>
          <a:xfrm>
            <a:off x="5825611" y="18488436"/>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(g)</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nvGrpSpPr>
          <p:cNvPr id="56" name="Group 55">
            <a:extLst>
              <a:ext uri="{FF2B5EF4-FFF2-40B4-BE49-F238E27FC236}">
                <a16:creationId xmlns:a16="http://schemas.microsoft.com/office/drawing/2014/main" id="{90FA2860-5E05-9774-9E16-F851835D9232}"/>
              </a:ext>
            </a:extLst>
          </p:cNvPr>
          <p:cNvGrpSpPr/>
          <p:nvPr/>
        </p:nvGrpSpPr>
        <p:grpSpPr>
          <a:xfrm>
            <a:off x="1" y="15602687"/>
            <a:ext cx="8221510" cy="2688342"/>
            <a:chOff x="1" y="15602687"/>
            <a:chExt cx="8221510" cy="2688342"/>
          </a:xfrm>
        </p:grpSpPr>
        <p:sp>
          <p:nvSpPr>
            <p:cNvPr id="54" name="Rectangle 53">
              <a:extLst>
                <a:ext uri="{FF2B5EF4-FFF2-40B4-BE49-F238E27FC236}">
                  <a16:creationId xmlns:a16="http://schemas.microsoft.com/office/drawing/2014/main" id="{A47E4990-1B0D-3EA0-9AB1-3135516F3BC2}"/>
                </a:ext>
              </a:extLst>
            </p:cNvPr>
            <p:cNvSpPr/>
            <p:nvPr/>
          </p:nvSpPr>
          <p:spPr>
            <a:xfrm>
              <a:off x="1" y="15602687"/>
              <a:ext cx="8221510" cy="268834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a:extLst>
                <a:ext uri="{FF2B5EF4-FFF2-40B4-BE49-F238E27FC236}">
                  <a16:creationId xmlns:a16="http://schemas.microsoft.com/office/drawing/2014/main" id="{93E819BA-DCA9-0A43-17D9-27ADF2F86158}"/>
                </a:ext>
              </a:extLst>
            </p:cNvPr>
            <p:cNvPicPr>
              <a:picLocks noChangeAspect="1"/>
            </p:cNvPicPr>
            <p:nvPr/>
          </p:nvPicPr>
          <p:blipFill rotWithShape="1">
            <a:blip r:embed="rId39">
              <a:extLst>
                <a:ext uri="{28A0092B-C50C-407E-A947-70E740481C1C}">
                  <a14:useLocalDpi xmlns:a14="http://schemas.microsoft.com/office/drawing/2010/main" val="0"/>
                </a:ext>
              </a:extLst>
            </a:blip>
            <a:srcRect l="8505" t="-1" b="9455"/>
            <a:stretch/>
          </p:blipFill>
          <p:spPr>
            <a:xfrm>
              <a:off x="5616212" y="15602687"/>
              <a:ext cx="2518249" cy="2434183"/>
            </a:xfrm>
            <a:prstGeom prst="rect">
              <a:avLst/>
            </a:prstGeom>
          </p:spPr>
        </p:pic>
        <p:pic>
          <p:nvPicPr>
            <p:cNvPr id="25" name="Picture 24">
              <a:extLst>
                <a:ext uri="{FF2B5EF4-FFF2-40B4-BE49-F238E27FC236}">
                  <a16:creationId xmlns:a16="http://schemas.microsoft.com/office/drawing/2014/main" id="{90678BF8-48E8-F218-DBBE-3B08133363F1}"/>
                </a:ext>
              </a:extLst>
            </p:cNvPr>
            <p:cNvPicPr>
              <a:picLocks noChangeAspect="1"/>
            </p:cNvPicPr>
            <p:nvPr/>
          </p:nvPicPr>
          <p:blipFill rotWithShape="1">
            <a:blip r:embed="rId40">
              <a:extLst>
                <a:ext uri="{28A0092B-C50C-407E-A947-70E740481C1C}">
                  <a14:useLocalDpi xmlns:a14="http://schemas.microsoft.com/office/drawing/2010/main" val="0"/>
                </a:ext>
              </a:extLst>
            </a:blip>
            <a:srcRect l="8224"/>
            <a:stretch/>
          </p:blipFill>
          <p:spPr>
            <a:xfrm>
              <a:off x="2834645" y="15602687"/>
              <a:ext cx="2643479" cy="2688341"/>
            </a:xfrm>
            <a:prstGeom prst="rect">
              <a:avLst/>
            </a:prstGeom>
          </p:spPr>
        </p:pic>
        <p:pic>
          <p:nvPicPr>
            <p:cNvPr id="27" name="Picture 26">
              <a:extLst>
                <a:ext uri="{FF2B5EF4-FFF2-40B4-BE49-F238E27FC236}">
                  <a16:creationId xmlns:a16="http://schemas.microsoft.com/office/drawing/2014/main" id="{BCD2C49F-8C10-88D8-E1BC-D5FC528601A1}"/>
                </a:ext>
              </a:extLst>
            </p:cNvPr>
            <p:cNvPicPr>
              <a:picLocks noChangeAspect="1"/>
            </p:cNvPicPr>
            <p:nvPr/>
          </p:nvPicPr>
          <p:blipFill>
            <a:blip r:embed="rId41">
              <a:extLst>
                <a:ext uri="{28A0092B-C50C-407E-A947-70E740481C1C}">
                  <a14:useLocalDpi xmlns:a14="http://schemas.microsoft.com/office/drawing/2010/main" val="0"/>
                </a:ext>
              </a:extLst>
            </a:blip>
            <a:srcRect b="9454"/>
            <a:stretch/>
          </p:blipFill>
          <p:spPr>
            <a:xfrm>
              <a:off x="75948" y="15602687"/>
              <a:ext cx="2761493" cy="2434183"/>
            </a:xfrm>
            <a:prstGeom prst="rect">
              <a:avLst/>
            </a:prstGeom>
          </p:spPr>
        </p:pic>
        <p:sp>
          <p:nvSpPr>
            <p:cNvPr id="36" name="TextBox 35">
              <a:extLst>
                <a:ext uri="{FF2B5EF4-FFF2-40B4-BE49-F238E27FC236}">
                  <a16:creationId xmlns:a16="http://schemas.microsoft.com/office/drawing/2014/main" id="{FBD187DC-31C6-1732-B5DA-F3708B429758}"/>
                </a:ext>
              </a:extLst>
            </p:cNvPr>
            <p:cNvSpPr txBox="1"/>
            <p:nvPr/>
          </p:nvSpPr>
          <p:spPr>
            <a:xfrm>
              <a:off x="3180661" y="15661871"/>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8" name="TextBox 37">
              <a:extLst>
                <a:ext uri="{FF2B5EF4-FFF2-40B4-BE49-F238E27FC236}">
                  <a16:creationId xmlns:a16="http://schemas.microsoft.com/office/drawing/2014/main" id="{2B098759-D039-9942-6194-E411F1D9C2AD}"/>
                </a:ext>
              </a:extLst>
            </p:cNvPr>
            <p:cNvSpPr txBox="1"/>
            <p:nvPr/>
          </p:nvSpPr>
          <p:spPr>
            <a:xfrm>
              <a:off x="555212" y="15661871"/>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2" name="TextBox 41">
              <a:extLst>
                <a:ext uri="{FF2B5EF4-FFF2-40B4-BE49-F238E27FC236}">
                  <a16:creationId xmlns:a16="http://schemas.microsoft.com/office/drawing/2014/main" id="{7CD13682-4B68-A941-1FC6-3012D932FA67}"/>
                </a:ext>
              </a:extLst>
            </p:cNvPr>
            <p:cNvSpPr txBox="1"/>
            <p:nvPr/>
          </p:nvSpPr>
          <p:spPr>
            <a:xfrm>
              <a:off x="5844661" y="15659528"/>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19" name="Oval 18">
              <a:extLst>
                <a:ext uri="{FF2B5EF4-FFF2-40B4-BE49-F238E27FC236}">
                  <a16:creationId xmlns:a16="http://schemas.microsoft.com/office/drawing/2014/main" id="{964ADC9B-D0FF-C48B-91C7-7871FD7BF78A}"/>
                </a:ext>
              </a:extLst>
            </p:cNvPr>
            <p:cNvSpPr/>
            <p:nvPr/>
          </p:nvSpPr>
          <p:spPr>
            <a:xfrm>
              <a:off x="6401360" y="16484781"/>
              <a:ext cx="171320" cy="185310"/>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07C682BC-C8D8-FE8B-D692-23015E5BFEA4}"/>
                </a:ext>
              </a:extLst>
            </p:cNvPr>
            <p:cNvSpPr/>
            <p:nvPr/>
          </p:nvSpPr>
          <p:spPr>
            <a:xfrm>
              <a:off x="3733709" y="16449520"/>
              <a:ext cx="171320" cy="185310"/>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E01218DC-7FAC-614F-E864-6ECBEC95FE0E}"/>
                </a:ext>
              </a:extLst>
            </p:cNvPr>
            <p:cNvSpPr/>
            <p:nvPr/>
          </p:nvSpPr>
          <p:spPr>
            <a:xfrm>
              <a:off x="1005399" y="16443795"/>
              <a:ext cx="171320" cy="185310"/>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0" name="Group 49">
            <a:extLst>
              <a:ext uri="{FF2B5EF4-FFF2-40B4-BE49-F238E27FC236}">
                <a16:creationId xmlns:a16="http://schemas.microsoft.com/office/drawing/2014/main" id="{423537B4-0540-1341-2F1A-419DD191511C}"/>
              </a:ext>
            </a:extLst>
          </p:cNvPr>
          <p:cNvGrpSpPr/>
          <p:nvPr/>
        </p:nvGrpSpPr>
        <p:grpSpPr>
          <a:xfrm>
            <a:off x="8679110" y="15602687"/>
            <a:ext cx="6729773" cy="2319217"/>
            <a:chOff x="7524907" y="4816444"/>
            <a:chExt cx="6729773" cy="2319217"/>
          </a:xfrm>
        </p:grpSpPr>
        <p:pic>
          <p:nvPicPr>
            <p:cNvPr id="96" name="Picture 95">
              <a:extLst>
                <a:ext uri="{FF2B5EF4-FFF2-40B4-BE49-F238E27FC236}">
                  <a16:creationId xmlns:a16="http://schemas.microsoft.com/office/drawing/2014/main" id="{BF8B5DBB-9383-7E0B-EDDC-67443D830E39}"/>
                </a:ext>
              </a:extLst>
            </p:cNvPr>
            <p:cNvPicPr>
              <a:picLocks noChangeAspect="1"/>
            </p:cNvPicPr>
            <p:nvPr/>
          </p:nvPicPr>
          <p:blipFill rotWithShape="1">
            <a:blip r:embed="rId42">
              <a:extLst>
                <a:ext uri="{28A0092B-C50C-407E-A947-70E740481C1C}">
                  <a14:useLocalDpi xmlns:a14="http://schemas.microsoft.com/office/drawing/2010/main" val="0"/>
                </a:ext>
              </a:extLst>
            </a:blip>
            <a:srcRect b="8831"/>
            <a:stretch/>
          </p:blipFill>
          <p:spPr>
            <a:xfrm>
              <a:off x="11853234" y="4818724"/>
              <a:ext cx="2401446" cy="2131395"/>
            </a:xfrm>
            <a:prstGeom prst="rect">
              <a:avLst/>
            </a:prstGeom>
          </p:spPr>
        </p:pic>
        <p:pic>
          <p:nvPicPr>
            <p:cNvPr id="84" name="Picture 83">
              <a:extLst>
                <a:ext uri="{FF2B5EF4-FFF2-40B4-BE49-F238E27FC236}">
                  <a16:creationId xmlns:a16="http://schemas.microsoft.com/office/drawing/2014/main" id="{57707FE0-F701-5400-96C5-FC3D97E1C88A}"/>
                </a:ext>
              </a:extLst>
            </p:cNvPr>
            <p:cNvPicPr>
              <a:picLocks noChangeAspect="1"/>
            </p:cNvPicPr>
            <p:nvPr/>
          </p:nvPicPr>
          <p:blipFill rotWithShape="1">
            <a:blip r:embed="rId41">
              <a:extLst>
                <a:ext uri="{28A0092B-C50C-407E-A947-70E740481C1C}">
                  <a14:useLocalDpi xmlns:a14="http://schemas.microsoft.com/office/drawing/2010/main" val="0"/>
                </a:ext>
              </a:extLst>
            </a:blip>
            <a:srcRect b="8231"/>
            <a:stretch/>
          </p:blipFill>
          <p:spPr>
            <a:xfrm>
              <a:off x="9682350" y="4816444"/>
              <a:ext cx="2401446" cy="2145378"/>
            </a:xfrm>
            <a:prstGeom prst="rect">
              <a:avLst/>
            </a:prstGeom>
          </p:spPr>
        </p:pic>
        <p:pic>
          <p:nvPicPr>
            <p:cNvPr id="85" name="Picture 84">
              <a:extLst>
                <a:ext uri="{FF2B5EF4-FFF2-40B4-BE49-F238E27FC236}">
                  <a16:creationId xmlns:a16="http://schemas.microsoft.com/office/drawing/2014/main" id="{A7A7F124-72BF-E125-E9EF-71DED4CE0BE6}"/>
                </a:ext>
              </a:extLst>
            </p:cNvPr>
            <p:cNvPicPr>
              <a:picLocks noChangeAspect="1"/>
            </p:cNvPicPr>
            <p:nvPr/>
          </p:nvPicPr>
          <p:blipFill rotWithShape="1">
            <a:blip r:embed="rId43">
              <a:extLst>
                <a:ext uri="{28A0092B-C50C-407E-A947-70E740481C1C}">
                  <a14:useLocalDpi xmlns:a14="http://schemas.microsoft.com/office/drawing/2010/main" val="0"/>
                </a:ext>
              </a:extLst>
            </a:blip>
            <a:srcRect b="8732"/>
            <a:stretch/>
          </p:blipFill>
          <p:spPr>
            <a:xfrm>
              <a:off x="7524907" y="4816446"/>
              <a:ext cx="2393495" cy="2133674"/>
            </a:xfrm>
            <a:prstGeom prst="rect">
              <a:avLst/>
            </a:prstGeom>
          </p:spPr>
        </p:pic>
        <p:pic>
          <p:nvPicPr>
            <p:cNvPr id="86" name="Picture 85">
              <a:extLst>
                <a:ext uri="{FF2B5EF4-FFF2-40B4-BE49-F238E27FC236}">
                  <a16:creationId xmlns:a16="http://schemas.microsoft.com/office/drawing/2014/main" id="{E2FABF4B-7C0C-06D6-BD67-49184EFF2214}"/>
                </a:ext>
              </a:extLst>
            </p:cNvPr>
            <p:cNvPicPr>
              <a:picLocks noChangeAspect="1"/>
            </p:cNvPicPr>
            <p:nvPr/>
          </p:nvPicPr>
          <p:blipFill rotWithShape="1">
            <a:blip r:embed="rId41">
              <a:extLst>
                <a:ext uri="{28A0092B-C50C-407E-A947-70E740481C1C}">
                  <a14:useLocalDpi xmlns:a14="http://schemas.microsoft.com/office/drawing/2010/main" val="0"/>
                </a:ext>
              </a:extLst>
            </a:blip>
            <a:srcRect l="29856" t="90325" r="14956" b="1739"/>
            <a:stretch/>
          </p:blipFill>
          <p:spPr>
            <a:xfrm>
              <a:off x="10376001" y="6950119"/>
              <a:ext cx="1325299" cy="185542"/>
            </a:xfrm>
            <a:prstGeom prst="rect">
              <a:avLst/>
            </a:prstGeom>
          </p:spPr>
        </p:pic>
        <p:sp>
          <p:nvSpPr>
            <p:cNvPr id="87" name="TextBox 86">
              <a:extLst>
                <a:ext uri="{FF2B5EF4-FFF2-40B4-BE49-F238E27FC236}">
                  <a16:creationId xmlns:a16="http://schemas.microsoft.com/office/drawing/2014/main" id="{5D01AB8E-A4F7-0DA3-1A6A-388496A1E9A7}"/>
                </a:ext>
              </a:extLst>
            </p:cNvPr>
            <p:cNvSpPr txBox="1"/>
            <p:nvPr/>
          </p:nvSpPr>
          <p:spPr>
            <a:xfrm>
              <a:off x="10070336" y="484505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88" name="TextBox 87">
              <a:extLst>
                <a:ext uri="{FF2B5EF4-FFF2-40B4-BE49-F238E27FC236}">
                  <a16:creationId xmlns:a16="http://schemas.microsoft.com/office/drawing/2014/main" id="{3102D275-ADCE-05FD-781F-0B472B9FD116}"/>
                </a:ext>
              </a:extLst>
            </p:cNvPr>
            <p:cNvSpPr txBox="1"/>
            <p:nvPr/>
          </p:nvSpPr>
          <p:spPr>
            <a:xfrm>
              <a:off x="7922513" y="4845054"/>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1" name="TextBox 50">
              <a:extLst>
                <a:ext uri="{FF2B5EF4-FFF2-40B4-BE49-F238E27FC236}">
                  <a16:creationId xmlns:a16="http://schemas.microsoft.com/office/drawing/2014/main" id="{C8FDBB57-0A07-CFC8-B979-F00667106BFE}"/>
                </a:ext>
              </a:extLst>
            </p:cNvPr>
            <p:cNvSpPr txBox="1"/>
            <p:nvPr/>
          </p:nvSpPr>
          <p:spPr>
            <a:xfrm>
              <a:off x="12235730" y="4854039"/>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52" name="Group 51">
            <a:extLst>
              <a:ext uri="{FF2B5EF4-FFF2-40B4-BE49-F238E27FC236}">
                <a16:creationId xmlns:a16="http://schemas.microsoft.com/office/drawing/2014/main" id="{8FAD1171-4F60-B817-6385-67E96DA7B8B2}"/>
              </a:ext>
            </a:extLst>
          </p:cNvPr>
          <p:cNvGrpSpPr/>
          <p:nvPr/>
        </p:nvGrpSpPr>
        <p:grpSpPr>
          <a:xfrm>
            <a:off x="8679110" y="18208990"/>
            <a:ext cx="6958564" cy="2316937"/>
            <a:chOff x="7524907" y="7422747"/>
            <a:chExt cx="6958564" cy="2316937"/>
          </a:xfrm>
        </p:grpSpPr>
        <p:pic>
          <p:nvPicPr>
            <p:cNvPr id="95" name="Picture 94">
              <a:extLst>
                <a:ext uri="{FF2B5EF4-FFF2-40B4-BE49-F238E27FC236}">
                  <a16:creationId xmlns:a16="http://schemas.microsoft.com/office/drawing/2014/main" id="{95E739EB-1DFC-5A98-B5B6-6DF2555185B5}"/>
                </a:ext>
              </a:extLst>
            </p:cNvPr>
            <p:cNvPicPr>
              <a:picLocks noChangeAspect="1"/>
            </p:cNvPicPr>
            <p:nvPr/>
          </p:nvPicPr>
          <p:blipFill rotWithShape="1">
            <a:blip r:embed="rId44">
              <a:extLst>
                <a:ext uri="{28A0092B-C50C-407E-A947-70E740481C1C}">
                  <a14:useLocalDpi xmlns:a14="http://schemas.microsoft.com/office/drawing/2010/main" val="0"/>
                </a:ext>
              </a:extLst>
            </a:blip>
            <a:srcRect t="-1" b="9140"/>
            <a:stretch/>
          </p:blipFill>
          <p:spPr>
            <a:xfrm>
              <a:off x="12018410" y="7422747"/>
              <a:ext cx="2465061" cy="2131395"/>
            </a:xfrm>
            <a:prstGeom prst="rect">
              <a:avLst/>
            </a:prstGeom>
          </p:spPr>
        </p:pic>
        <p:pic>
          <p:nvPicPr>
            <p:cNvPr id="90" name="Picture 89">
              <a:extLst>
                <a:ext uri="{FF2B5EF4-FFF2-40B4-BE49-F238E27FC236}">
                  <a16:creationId xmlns:a16="http://schemas.microsoft.com/office/drawing/2014/main" id="{030597B8-2FBD-6522-2095-43C0D820A154}"/>
                </a:ext>
              </a:extLst>
            </p:cNvPr>
            <p:cNvPicPr>
              <a:picLocks noChangeAspect="1"/>
            </p:cNvPicPr>
            <p:nvPr/>
          </p:nvPicPr>
          <p:blipFill rotWithShape="1">
            <a:blip r:embed="rId38">
              <a:extLst>
                <a:ext uri="{28A0092B-C50C-407E-A947-70E740481C1C}">
                  <a14:useLocalDpi xmlns:a14="http://schemas.microsoft.com/office/drawing/2010/main" val="0"/>
                </a:ext>
              </a:extLst>
            </a:blip>
            <a:srcRect b="8732"/>
            <a:stretch/>
          </p:blipFill>
          <p:spPr>
            <a:xfrm>
              <a:off x="9753031" y="7423524"/>
              <a:ext cx="2465062" cy="2133676"/>
            </a:xfrm>
            <a:prstGeom prst="rect">
              <a:avLst/>
            </a:prstGeom>
          </p:spPr>
        </p:pic>
        <p:pic>
          <p:nvPicPr>
            <p:cNvPr id="91" name="Picture 90">
              <a:extLst>
                <a:ext uri="{FF2B5EF4-FFF2-40B4-BE49-F238E27FC236}">
                  <a16:creationId xmlns:a16="http://schemas.microsoft.com/office/drawing/2014/main" id="{3A79DF3A-464A-AFD2-2761-5064CD7F37C5}"/>
                </a:ext>
              </a:extLst>
            </p:cNvPr>
            <p:cNvPicPr>
              <a:picLocks noChangeAspect="1"/>
            </p:cNvPicPr>
            <p:nvPr/>
          </p:nvPicPr>
          <p:blipFill rotWithShape="1">
            <a:blip r:embed="rId45">
              <a:extLst>
                <a:ext uri="{28A0092B-C50C-407E-A947-70E740481C1C}">
                  <a14:useLocalDpi xmlns:a14="http://schemas.microsoft.com/office/drawing/2010/main" val="0"/>
                </a:ext>
              </a:extLst>
            </a:blip>
            <a:srcRect b="8732"/>
            <a:stretch/>
          </p:blipFill>
          <p:spPr>
            <a:xfrm>
              <a:off x="7524907" y="7423523"/>
              <a:ext cx="2465062" cy="2133675"/>
            </a:xfrm>
            <a:prstGeom prst="rect">
              <a:avLst/>
            </a:prstGeom>
          </p:spPr>
        </p:pic>
        <p:pic>
          <p:nvPicPr>
            <p:cNvPr id="92" name="Picture 91">
              <a:extLst>
                <a:ext uri="{FF2B5EF4-FFF2-40B4-BE49-F238E27FC236}">
                  <a16:creationId xmlns:a16="http://schemas.microsoft.com/office/drawing/2014/main" id="{43D50A8E-D85B-ABA0-FD06-AD86D2D7EA76}"/>
                </a:ext>
              </a:extLst>
            </p:cNvPr>
            <p:cNvPicPr>
              <a:picLocks noChangeAspect="1"/>
            </p:cNvPicPr>
            <p:nvPr/>
          </p:nvPicPr>
          <p:blipFill rotWithShape="1">
            <a:blip r:embed="rId41">
              <a:extLst>
                <a:ext uri="{28A0092B-C50C-407E-A947-70E740481C1C}">
                  <a14:useLocalDpi xmlns:a14="http://schemas.microsoft.com/office/drawing/2010/main" val="0"/>
                </a:ext>
              </a:extLst>
            </a:blip>
            <a:srcRect l="29856" t="90325" r="14956" b="1739"/>
            <a:stretch/>
          </p:blipFill>
          <p:spPr>
            <a:xfrm>
              <a:off x="10379581" y="9554142"/>
              <a:ext cx="1325299" cy="185542"/>
            </a:xfrm>
            <a:prstGeom prst="rect">
              <a:avLst/>
            </a:prstGeom>
          </p:spPr>
        </p:pic>
        <p:sp>
          <p:nvSpPr>
            <p:cNvPr id="93" name="TextBox 92">
              <a:extLst>
                <a:ext uri="{FF2B5EF4-FFF2-40B4-BE49-F238E27FC236}">
                  <a16:creationId xmlns:a16="http://schemas.microsoft.com/office/drawing/2014/main" id="{9BD27C51-46C3-880E-C592-30BFA7F19FD2}"/>
                </a:ext>
              </a:extLst>
            </p:cNvPr>
            <p:cNvSpPr txBox="1"/>
            <p:nvPr/>
          </p:nvSpPr>
          <p:spPr>
            <a:xfrm>
              <a:off x="10215696" y="7453042"/>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94" name="TextBox 93">
              <a:extLst>
                <a:ext uri="{FF2B5EF4-FFF2-40B4-BE49-F238E27FC236}">
                  <a16:creationId xmlns:a16="http://schemas.microsoft.com/office/drawing/2014/main" id="{0D4659BA-9DD6-18F1-F879-21FDC261DA03}"/>
                </a:ext>
              </a:extLst>
            </p:cNvPr>
            <p:cNvSpPr txBox="1"/>
            <p:nvPr/>
          </p:nvSpPr>
          <p:spPr>
            <a:xfrm>
              <a:off x="7990297" y="7453042"/>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3" name="TextBox 52">
              <a:extLst>
                <a:ext uri="{FF2B5EF4-FFF2-40B4-BE49-F238E27FC236}">
                  <a16:creationId xmlns:a16="http://schemas.microsoft.com/office/drawing/2014/main" id="{8F7A4EC2-6079-99B9-6E6E-10CCDF857AFF}"/>
                </a:ext>
              </a:extLst>
            </p:cNvPr>
            <p:cNvSpPr txBox="1"/>
            <p:nvPr/>
          </p:nvSpPr>
          <p:spPr>
            <a:xfrm>
              <a:off x="12481075" y="7453042"/>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1669531689"/>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5E7E368-720B-F385-7228-6C6ABEB24C3B}"/>
              </a:ext>
            </a:extLst>
          </p:cNvPr>
          <p:cNvGrpSpPr/>
          <p:nvPr/>
        </p:nvGrpSpPr>
        <p:grpSpPr>
          <a:xfrm>
            <a:off x="-14846" y="0"/>
            <a:ext cx="11720320" cy="3874474"/>
            <a:chOff x="-14846" y="0"/>
            <a:chExt cx="11720320" cy="3874474"/>
          </a:xfrm>
        </p:grpSpPr>
        <p:sp>
          <p:nvSpPr>
            <p:cNvPr id="2" name="Rectangle 1">
              <a:extLst>
                <a:ext uri="{FF2B5EF4-FFF2-40B4-BE49-F238E27FC236}">
                  <a16:creationId xmlns:a16="http://schemas.microsoft.com/office/drawing/2014/main" id="{724A74D5-7024-7D82-F328-10759E7A482D}"/>
                </a:ext>
              </a:extLst>
            </p:cNvPr>
            <p:cNvSpPr/>
            <p:nvPr/>
          </p:nvSpPr>
          <p:spPr>
            <a:xfrm>
              <a:off x="0" y="0"/>
              <a:ext cx="11705474" cy="38679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D8E1E48C-F74B-0CEA-6C6A-C648EF58EF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10122" y="6554"/>
              <a:ext cx="3895352" cy="3867920"/>
            </a:xfrm>
            <a:prstGeom prst="rect">
              <a:avLst/>
            </a:prstGeom>
          </p:spPr>
        </p:pic>
        <p:pic>
          <p:nvPicPr>
            <p:cNvPr id="11" name="Picture 10">
              <a:extLst>
                <a:ext uri="{FF2B5EF4-FFF2-40B4-BE49-F238E27FC236}">
                  <a16:creationId xmlns:a16="http://schemas.microsoft.com/office/drawing/2014/main" id="{9FD313BC-48C9-9684-AABE-8F98C809EE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14770" y="0"/>
              <a:ext cx="3895352" cy="3867920"/>
            </a:xfrm>
            <a:prstGeom prst="rect">
              <a:avLst/>
            </a:prstGeom>
          </p:spPr>
        </p:pic>
        <p:pic>
          <p:nvPicPr>
            <p:cNvPr id="19" name="Picture 18">
              <a:extLst>
                <a:ext uri="{FF2B5EF4-FFF2-40B4-BE49-F238E27FC236}">
                  <a16:creationId xmlns:a16="http://schemas.microsoft.com/office/drawing/2014/main" id="{7B9F4C39-C2C3-9AE0-B8A1-52DEA1B151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3895352" cy="3867920"/>
            </a:xfrm>
            <a:prstGeom prst="rect">
              <a:avLst/>
            </a:prstGeom>
          </p:spPr>
        </p:pic>
        <p:sp>
          <p:nvSpPr>
            <p:cNvPr id="26" name="TextBox 25">
              <a:extLst>
                <a:ext uri="{FF2B5EF4-FFF2-40B4-BE49-F238E27FC236}">
                  <a16:creationId xmlns:a16="http://schemas.microsoft.com/office/drawing/2014/main" id="{012DE962-71ED-F307-E7ED-AA0D2B9A1960}"/>
                </a:ext>
              </a:extLst>
            </p:cNvPr>
            <p:cNvSpPr txBox="1"/>
            <p:nvPr/>
          </p:nvSpPr>
          <p:spPr>
            <a:xfrm>
              <a:off x="3899443"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CB59620-FED9-F621-F31C-D63BD576EAE8}"/>
                </a:ext>
              </a:extLst>
            </p:cNvPr>
            <p:cNvSpPr txBox="1"/>
            <p:nvPr/>
          </p:nvSpPr>
          <p:spPr>
            <a:xfrm>
              <a:off x="-14846"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8" name="TextBox 27">
              <a:extLst>
                <a:ext uri="{FF2B5EF4-FFF2-40B4-BE49-F238E27FC236}">
                  <a16:creationId xmlns:a16="http://schemas.microsoft.com/office/drawing/2014/main" id="{D631BC92-1105-D17C-F85E-E0976BE5E348}"/>
                </a:ext>
              </a:extLst>
            </p:cNvPr>
            <p:cNvSpPr txBox="1"/>
            <p:nvPr/>
          </p:nvSpPr>
          <p:spPr>
            <a:xfrm>
              <a:off x="7783347" y="6554"/>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pic>
        <p:nvPicPr>
          <p:cNvPr id="1026" name="Picture 2">
            <a:extLst>
              <a:ext uri="{FF2B5EF4-FFF2-40B4-BE49-F238E27FC236}">
                <a16:creationId xmlns:a16="http://schemas.microsoft.com/office/drawing/2014/main" id="{6CD1B6E8-A347-309A-FBFE-C75BB8BD3C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08336" y="0"/>
            <a:ext cx="3895352" cy="386792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EABACCB7-66ED-7A2B-9ADA-ADDF42A08C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9342" y="3867920"/>
            <a:ext cx="3895352" cy="3867920"/>
          </a:xfrm>
          <a:prstGeom prst="rect">
            <a:avLst/>
          </a:prstGeom>
        </p:spPr>
      </p:pic>
      <p:pic>
        <p:nvPicPr>
          <p:cNvPr id="15" name="Picture 14">
            <a:extLst>
              <a:ext uri="{FF2B5EF4-FFF2-40B4-BE49-F238E27FC236}">
                <a16:creationId xmlns:a16="http://schemas.microsoft.com/office/drawing/2014/main" id="{786F728B-A259-2A5A-D29E-F9FBA34739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05626" y="7763016"/>
            <a:ext cx="3895352" cy="3867920"/>
          </a:xfrm>
          <a:prstGeom prst="rect">
            <a:avLst/>
          </a:prstGeom>
        </p:spPr>
      </p:pic>
      <p:pic>
        <p:nvPicPr>
          <p:cNvPr id="17" name="Picture 16">
            <a:extLst>
              <a:ext uri="{FF2B5EF4-FFF2-40B4-BE49-F238E27FC236}">
                <a16:creationId xmlns:a16="http://schemas.microsoft.com/office/drawing/2014/main" id="{D0D937B1-D559-670A-3ED7-2DA259DEB88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19342" y="11630936"/>
            <a:ext cx="3895352" cy="3867920"/>
          </a:xfrm>
          <a:prstGeom prst="rect">
            <a:avLst/>
          </a:prstGeom>
        </p:spPr>
      </p:pic>
      <p:pic>
        <p:nvPicPr>
          <p:cNvPr id="21" name="Picture 20">
            <a:extLst>
              <a:ext uri="{FF2B5EF4-FFF2-40B4-BE49-F238E27FC236}">
                <a16:creationId xmlns:a16="http://schemas.microsoft.com/office/drawing/2014/main" id="{0D02C87C-661C-6852-C236-1D59BFE0335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72" y="3867920"/>
            <a:ext cx="3895352" cy="3867920"/>
          </a:xfrm>
          <a:prstGeom prst="rect">
            <a:avLst/>
          </a:prstGeom>
        </p:spPr>
      </p:pic>
      <p:pic>
        <p:nvPicPr>
          <p:cNvPr id="23" name="Picture 22">
            <a:extLst>
              <a:ext uri="{FF2B5EF4-FFF2-40B4-BE49-F238E27FC236}">
                <a16:creationId xmlns:a16="http://schemas.microsoft.com/office/drawing/2014/main" id="{E92A9586-C050-A826-2C34-1FF31566CDF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7790192"/>
            <a:ext cx="3895352" cy="3867920"/>
          </a:xfrm>
          <a:prstGeom prst="rect">
            <a:avLst/>
          </a:prstGeom>
        </p:spPr>
      </p:pic>
      <p:pic>
        <p:nvPicPr>
          <p:cNvPr id="25" name="Picture 24">
            <a:extLst>
              <a:ext uri="{FF2B5EF4-FFF2-40B4-BE49-F238E27FC236}">
                <a16:creationId xmlns:a16="http://schemas.microsoft.com/office/drawing/2014/main" id="{3146D674-CEE3-9F2D-6C60-E24757701A5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11658112"/>
            <a:ext cx="3895352" cy="3867920"/>
          </a:xfrm>
          <a:prstGeom prst="rect">
            <a:avLst/>
          </a:prstGeom>
        </p:spPr>
      </p:pic>
    </p:spTree>
    <p:custDataLst>
      <p:tags r:id="rId1"/>
    </p:custDataLst>
    <p:extLst>
      <p:ext uri="{BB962C8B-B14F-4D97-AF65-F5344CB8AC3E}">
        <p14:creationId xmlns:p14="http://schemas.microsoft.com/office/powerpoint/2010/main" val="1925846744"/>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449D34-FF62-8E52-EE1B-EC434C408995}"/>
              </a:ext>
            </a:extLst>
          </p:cNvPr>
          <p:cNvGrpSpPr/>
          <p:nvPr/>
        </p:nvGrpSpPr>
        <p:grpSpPr>
          <a:xfrm>
            <a:off x="-14846" y="0"/>
            <a:ext cx="11678042" cy="3880384"/>
            <a:chOff x="-14846" y="0"/>
            <a:chExt cx="11678042" cy="3880384"/>
          </a:xfrm>
        </p:grpSpPr>
        <p:sp>
          <p:nvSpPr>
            <p:cNvPr id="2" name="Rectangle 1">
              <a:extLst>
                <a:ext uri="{FF2B5EF4-FFF2-40B4-BE49-F238E27FC236}">
                  <a16:creationId xmlns:a16="http://schemas.microsoft.com/office/drawing/2014/main" id="{0D25336D-9D7A-133C-1F82-A7448BE87326}"/>
                </a:ext>
              </a:extLst>
            </p:cNvPr>
            <p:cNvSpPr/>
            <p:nvPr/>
          </p:nvSpPr>
          <p:spPr>
            <a:xfrm>
              <a:off x="-14846" y="0"/>
              <a:ext cx="11678042" cy="385496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a:extLst>
                <a:ext uri="{FF2B5EF4-FFF2-40B4-BE49-F238E27FC236}">
                  <a16:creationId xmlns:a16="http://schemas.microsoft.com/office/drawing/2014/main" id="{ED2A261D-DCE2-654B-F593-D42A7C8E21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6988" y="12464"/>
              <a:ext cx="3886208" cy="3867920"/>
            </a:xfrm>
            <a:prstGeom prst="rect">
              <a:avLst/>
            </a:prstGeom>
          </p:spPr>
        </p:pic>
        <p:pic>
          <p:nvPicPr>
            <p:cNvPr id="14" name="Picture 13">
              <a:extLst>
                <a:ext uri="{FF2B5EF4-FFF2-40B4-BE49-F238E27FC236}">
                  <a16:creationId xmlns:a16="http://schemas.microsoft.com/office/drawing/2014/main" id="{84D4DA5A-8B86-B4AB-8594-10AFD1F37E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 y="6554"/>
              <a:ext cx="3886208" cy="3867920"/>
            </a:xfrm>
            <a:prstGeom prst="rect">
              <a:avLst/>
            </a:prstGeom>
          </p:spPr>
        </p:pic>
        <p:pic>
          <p:nvPicPr>
            <p:cNvPr id="3" name="Picture 2">
              <a:extLst>
                <a:ext uri="{FF2B5EF4-FFF2-40B4-BE49-F238E27FC236}">
                  <a16:creationId xmlns:a16="http://schemas.microsoft.com/office/drawing/2014/main" id="{70F0B4F4-1ACD-4B77-4383-E3C09989F7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95352" y="0"/>
              <a:ext cx="3886208" cy="3867920"/>
            </a:xfrm>
            <a:prstGeom prst="rect">
              <a:avLst/>
            </a:prstGeom>
          </p:spPr>
        </p:pic>
        <p:sp>
          <p:nvSpPr>
            <p:cNvPr id="26" name="TextBox 25">
              <a:extLst>
                <a:ext uri="{FF2B5EF4-FFF2-40B4-BE49-F238E27FC236}">
                  <a16:creationId xmlns:a16="http://schemas.microsoft.com/office/drawing/2014/main" id="{012DE962-71ED-F307-E7ED-AA0D2B9A1960}"/>
                </a:ext>
              </a:extLst>
            </p:cNvPr>
            <p:cNvSpPr txBox="1"/>
            <p:nvPr/>
          </p:nvSpPr>
          <p:spPr>
            <a:xfrm>
              <a:off x="3899443"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CB59620-FED9-F621-F31C-D63BD576EAE8}"/>
                </a:ext>
              </a:extLst>
            </p:cNvPr>
            <p:cNvSpPr txBox="1"/>
            <p:nvPr/>
          </p:nvSpPr>
          <p:spPr>
            <a:xfrm>
              <a:off x="-14846"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8" name="TextBox 27">
              <a:extLst>
                <a:ext uri="{FF2B5EF4-FFF2-40B4-BE49-F238E27FC236}">
                  <a16:creationId xmlns:a16="http://schemas.microsoft.com/office/drawing/2014/main" id="{D631BC92-1105-D17C-F85E-E0976BE5E348}"/>
                </a:ext>
              </a:extLst>
            </p:cNvPr>
            <p:cNvSpPr txBox="1"/>
            <p:nvPr/>
          </p:nvSpPr>
          <p:spPr>
            <a:xfrm>
              <a:off x="7783347" y="6554"/>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pic>
        <p:nvPicPr>
          <p:cNvPr id="20" name="Picture 19">
            <a:extLst>
              <a:ext uri="{FF2B5EF4-FFF2-40B4-BE49-F238E27FC236}">
                <a16:creationId xmlns:a16="http://schemas.microsoft.com/office/drawing/2014/main" id="{AAC85FEC-4D9B-C491-1FFA-ED579C198D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917480" y="0"/>
            <a:ext cx="3886208" cy="3867920"/>
          </a:xfrm>
          <a:prstGeom prst="rect">
            <a:avLst/>
          </a:prstGeom>
        </p:spPr>
      </p:pic>
      <p:pic>
        <p:nvPicPr>
          <p:cNvPr id="5" name="Picture 4">
            <a:extLst>
              <a:ext uri="{FF2B5EF4-FFF2-40B4-BE49-F238E27FC236}">
                <a16:creationId xmlns:a16="http://schemas.microsoft.com/office/drawing/2014/main" id="{497FC8FE-75BD-9B87-5CE5-A760B6F8F5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90780" y="3867920"/>
            <a:ext cx="3886208" cy="3867920"/>
          </a:xfrm>
          <a:prstGeom prst="rect">
            <a:avLst/>
          </a:prstGeom>
        </p:spPr>
      </p:pic>
      <p:pic>
        <p:nvPicPr>
          <p:cNvPr id="7" name="Picture 6">
            <a:extLst>
              <a:ext uri="{FF2B5EF4-FFF2-40B4-BE49-F238E27FC236}">
                <a16:creationId xmlns:a16="http://schemas.microsoft.com/office/drawing/2014/main" id="{13CFDBB6-BF60-D50B-05DE-B739FD2B125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99924" y="7747660"/>
            <a:ext cx="3886208" cy="3867920"/>
          </a:xfrm>
          <a:prstGeom prst="rect">
            <a:avLst/>
          </a:prstGeom>
        </p:spPr>
      </p:pic>
      <p:pic>
        <p:nvPicPr>
          <p:cNvPr id="9" name="Picture 8">
            <a:extLst>
              <a:ext uri="{FF2B5EF4-FFF2-40B4-BE49-F238E27FC236}">
                <a16:creationId xmlns:a16="http://schemas.microsoft.com/office/drawing/2014/main" id="{B0DAB526-C21C-6222-7ECD-06B5AFD6DB9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99924" y="11615580"/>
            <a:ext cx="3886208" cy="3867920"/>
          </a:xfrm>
          <a:prstGeom prst="rect">
            <a:avLst/>
          </a:prstGeom>
        </p:spPr>
      </p:pic>
      <p:pic>
        <p:nvPicPr>
          <p:cNvPr id="22" name="Picture 21">
            <a:extLst>
              <a:ext uri="{FF2B5EF4-FFF2-40B4-BE49-F238E27FC236}">
                <a16:creationId xmlns:a16="http://schemas.microsoft.com/office/drawing/2014/main" id="{7F2AF220-5E06-688E-D32A-06551586D07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87" y="3867432"/>
            <a:ext cx="3886208" cy="3867920"/>
          </a:xfrm>
          <a:prstGeom prst="rect">
            <a:avLst/>
          </a:prstGeom>
        </p:spPr>
      </p:pic>
      <p:pic>
        <p:nvPicPr>
          <p:cNvPr id="30" name="Picture 29">
            <a:extLst>
              <a:ext uri="{FF2B5EF4-FFF2-40B4-BE49-F238E27FC236}">
                <a16:creationId xmlns:a16="http://schemas.microsoft.com/office/drawing/2014/main" id="{4EB894E5-4705-088B-69E0-4A36758A00C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72" y="7747660"/>
            <a:ext cx="3886208" cy="3867920"/>
          </a:xfrm>
          <a:prstGeom prst="rect">
            <a:avLst/>
          </a:prstGeom>
        </p:spPr>
      </p:pic>
      <p:pic>
        <p:nvPicPr>
          <p:cNvPr id="32" name="Picture 31">
            <a:extLst>
              <a:ext uri="{FF2B5EF4-FFF2-40B4-BE49-F238E27FC236}">
                <a16:creationId xmlns:a16="http://schemas.microsoft.com/office/drawing/2014/main" id="{9E7F4F4E-DB3D-6FB5-30C7-9C4D4CB15C1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3235" y="11614227"/>
            <a:ext cx="3886208" cy="3867920"/>
          </a:xfrm>
          <a:prstGeom prst="rect">
            <a:avLst/>
          </a:prstGeom>
        </p:spPr>
      </p:pic>
    </p:spTree>
    <p:custDataLst>
      <p:tags r:id="rId1"/>
    </p:custDataLst>
    <p:extLst>
      <p:ext uri="{BB962C8B-B14F-4D97-AF65-F5344CB8AC3E}">
        <p14:creationId xmlns:p14="http://schemas.microsoft.com/office/powerpoint/2010/main" val="3902028735"/>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19D5CE9-D933-4ABD-3D27-FDD784F543CA}"/>
              </a:ext>
            </a:extLst>
          </p:cNvPr>
          <p:cNvGrpSpPr/>
          <p:nvPr/>
        </p:nvGrpSpPr>
        <p:grpSpPr>
          <a:xfrm>
            <a:off x="-20289" y="-1132"/>
            <a:ext cx="11703492" cy="15513112"/>
            <a:chOff x="-20289" y="-1132"/>
            <a:chExt cx="11703492" cy="15513112"/>
          </a:xfrm>
        </p:grpSpPr>
        <p:sp>
          <p:nvSpPr>
            <p:cNvPr id="4" name="Rectangle 3">
              <a:extLst>
                <a:ext uri="{FF2B5EF4-FFF2-40B4-BE49-F238E27FC236}">
                  <a16:creationId xmlns:a16="http://schemas.microsoft.com/office/drawing/2014/main" id="{D003D1F8-1570-326B-198E-ACF40A2AFC95}"/>
                </a:ext>
              </a:extLst>
            </p:cNvPr>
            <p:cNvSpPr/>
            <p:nvPr/>
          </p:nvSpPr>
          <p:spPr>
            <a:xfrm>
              <a:off x="-1" y="-1132"/>
              <a:ext cx="11683203" cy="155131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6" name="Picture 45">
              <a:extLst>
                <a:ext uri="{FF2B5EF4-FFF2-40B4-BE49-F238E27FC236}">
                  <a16:creationId xmlns:a16="http://schemas.microsoft.com/office/drawing/2014/main" id="{BC0E8642-ABF6-5785-D94A-34647306E6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6995" y="0"/>
              <a:ext cx="3886208" cy="3867920"/>
            </a:xfrm>
            <a:prstGeom prst="rect">
              <a:avLst/>
            </a:prstGeom>
          </p:spPr>
        </p:pic>
        <p:pic>
          <p:nvPicPr>
            <p:cNvPr id="3" name="Picture 2">
              <a:extLst>
                <a:ext uri="{FF2B5EF4-FFF2-40B4-BE49-F238E27FC236}">
                  <a16:creationId xmlns:a16="http://schemas.microsoft.com/office/drawing/2014/main" id="{68B9DD02-13B6-5ECF-572A-5E66532391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 y="6554"/>
              <a:ext cx="3886208" cy="3867920"/>
            </a:xfrm>
            <a:prstGeom prst="rect">
              <a:avLst/>
            </a:prstGeom>
          </p:spPr>
        </p:pic>
        <p:pic>
          <p:nvPicPr>
            <p:cNvPr id="5" name="Picture 4">
              <a:extLst>
                <a:ext uri="{FF2B5EF4-FFF2-40B4-BE49-F238E27FC236}">
                  <a16:creationId xmlns:a16="http://schemas.microsoft.com/office/drawing/2014/main" id="{3A5572C4-17DC-3A40-575A-BF86A463E8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881028"/>
              <a:ext cx="3886208" cy="3867920"/>
            </a:xfrm>
            <a:prstGeom prst="rect">
              <a:avLst/>
            </a:prstGeom>
          </p:spPr>
        </p:pic>
        <p:pic>
          <p:nvPicPr>
            <p:cNvPr id="7" name="Picture 6">
              <a:extLst>
                <a:ext uri="{FF2B5EF4-FFF2-40B4-BE49-F238E27FC236}">
                  <a16:creationId xmlns:a16="http://schemas.microsoft.com/office/drawing/2014/main" id="{22DF703A-C049-D325-673B-977D56F0E8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32" y="7762544"/>
              <a:ext cx="3886208" cy="3867920"/>
            </a:xfrm>
            <a:prstGeom prst="rect">
              <a:avLst/>
            </a:prstGeom>
          </p:spPr>
        </p:pic>
        <p:pic>
          <p:nvPicPr>
            <p:cNvPr id="9" name="Picture 8">
              <a:extLst>
                <a:ext uri="{FF2B5EF4-FFF2-40B4-BE49-F238E27FC236}">
                  <a16:creationId xmlns:a16="http://schemas.microsoft.com/office/drawing/2014/main" id="{7AA27D84-3DE6-00A9-4D31-C3A084A7C57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289" y="11644060"/>
              <a:ext cx="3886208" cy="3867920"/>
            </a:xfrm>
            <a:prstGeom prst="rect">
              <a:avLst/>
            </a:prstGeom>
          </p:spPr>
        </p:pic>
        <p:pic>
          <p:nvPicPr>
            <p:cNvPr id="11" name="Picture 10">
              <a:extLst>
                <a:ext uri="{FF2B5EF4-FFF2-40B4-BE49-F238E27FC236}">
                  <a16:creationId xmlns:a16="http://schemas.microsoft.com/office/drawing/2014/main" id="{874BFE3E-A14F-0422-DEA9-DE4C0D36F75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906758" y="12464"/>
              <a:ext cx="3886208" cy="3867920"/>
            </a:xfrm>
            <a:prstGeom prst="rect">
              <a:avLst/>
            </a:prstGeom>
          </p:spPr>
        </p:pic>
        <p:pic>
          <p:nvPicPr>
            <p:cNvPr id="13" name="Picture 12">
              <a:extLst>
                <a:ext uri="{FF2B5EF4-FFF2-40B4-BE49-F238E27FC236}">
                  <a16:creationId xmlns:a16="http://schemas.microsoft.com/office/drawing/2014/main" id="{E7DE685A-E459-5A4D-4ACE-42EFD29AF93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10198" y="3880228"/>
              <a:ext cx="3886208" cy="3867920"/>
            </a:xfrm>
            <a:prstGeom prst="rect">
              <a:avLst/>
            </a:prstGeom>
          </p:spPr>
        </p:pic>
        <p:pic>
          <p:nvPicPr>
            <p:cNvPr id="15" name="Picture 14">
              <a:extLst>
                <a:ext uri="{FF2B5EF4-FFF2-40B4-BE49-F238E27FC236}">
                  <a16:creationId xmlns:a16="http://schemas.microsoft.com/office/drawing/2014/main" id="{253B50F8-8E97-8FCB-F51E-02BD79CB6E9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81636" y="7776784"/>
              <a:ext cx="3886208" cy="3867920"/>
            </a:xfrm>
            <a:prstGeom prst="rect">
              <a:avLst/>
            </a:prstGeom>
          </p:spPr>
        </p:pic>
        <p:pic>
          <p:nvPicPr>
            <p:cNvPr id="17" name="Picture 16">
              <a:extLst>
                <a:ext uri="{FF2B5EF4-FFF2-40B4-BE49-F238E27FC236}">
                  <a16:creationId xmlns:a16="http://schemas.microsoft.com/office/drawing/2014/main" id="{68723E23-C55E-04D9-16E2-05A326412C9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90780" y="11644060"/>
              <a:ext cx="3886208" cy="3867920"/>
            </a:xfrm>
            <a:prstGeom prst="rect">
              <a:avLst/>
            </a:prstGeom>
          </p:spPr>
        </p:pic>
        <p:sp>
          <p:nvSpPr>
            <p:cNvPr id="29" name="TextBox 28">
              <a:extLst>
                <a:ext uri="{FF2B5EF4-FFF2-40B4-BE49-F238E27FC236}">
                  <a16:creationId xmlns:a16="http://schemas.microsoft.com/office/drawing/2014/main" id="{F209ABB8-5F84-38D4-BE6A-01C722FFAB78}"/>
                </a:ext>
              </a:extLst>
            </p:cNvPr>
            <p:cNvSpPr txBox="1"/>
            <p:nvPr/>
          </p:nvSpPr>
          <p:spPr>
            <a:xfrm>
              <a:off x="3899443"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0" name="TextBox 29">
              <a:extLst>
                <a:ext uri="{FF2B5EF4-FFF2-40B4-BE49-F238E27FC236}">
                  <a16:creationId xmlns:a16="http://schemas.microsoft.com/office/drawing/2014/main" id="{E5E67DAB-A4A2-90CD-2569-7E0B05C5711C}"/>
                </a:ext>
              </a:extLst>
            </p:cNvPr>
            <p:cNvSpPr txBox="1"/>
            <p:nvPr/>
          </p:nvSpPr>
          <p:spPr>
            <a:xfrm>
              <a:off x="-14846"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656D98AE-AFA4-6A13-DA8E-050DF5DEC769}"/>
                </a:ext>
              </a:extLst>
            </p:cNvPr>
            <p:cNvSpPr txBox="1"/>
            <p:nvPr/>
          </p:nvSpPr>
          <p:spPr>
            <a:xfrm>
              <a:off x="7783347" y="6554"/>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2761590441"/>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70184CC-8E0F-66C6-031C-4651DA8D208C}"/>
              </a:ext>
            </a:extLst>
          </p:cNvPr>
          <p:cNvGrpSpPr/>
          <p:nvPr/>
        </p:nvGrpSpPr>
        <p:grpSpPr>
          <a:xfrm>
            <a:off x="-1" y="0"/>
            <a:ext cx="13596722" cy="20894080"/>
            <a:chOff x="-1" y="0"/>
            <a:chExt cx="13596722" cy="20894080"/>
          </a:xfrm>
        </p:grpSpPr>
        <p:sp>
          <p:nvSpPr>
            <p:cNvPr id="6" name="Rectangle 5">
              <a:extLst>
                <a:ext uri="{FF2B5EF4-FFF2-40B4-BE49-F238E27FC236}">
                  <a16:creationId xmlns:a16="http://schemas.microsoft.com/office/drawing/2014/main" id="{0E62A9DF-7D20-CBBA-214F-4A33CB88D88B}"/>
                </a:ext>
              </a:extLst>
            </p:cNvPr>
            <p:cNvSpPr/>
            <p:nvPr/>
          </p:nvSpPr>
          <p:spPr>
            <a:xfrm>
              <a:off x="-1" y="0"/>
              <a:ext cx="13596722" cy="208940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5" name="Picture 24">
              <a:extLst>
                <a:ext uri="{FF2B5EF4-FFF2-40B4-BE49-F238E27FC236}">
                  <a16:creationId xmlns:a16="http://schemas.microsoft.com/office/drawing/2014/main" id="{C1B97793-9E22-81B4-25FF-E1940CDD0CBD}"/>
                </a:ext>
              </a:extLst>
            </p:cNvPr>
            <p:cNvPicPr>
              <a:picLocks noChangeAspect="1"/>
            </p:cNvPicPr>
            <p:nvPr/>
          </p:nvPicPr>
          <p:blipFill>
            <a:blip r:embed="rId4">
              <a:extLst>
                <a:ext uri="{28A0092B-C50C-407E-A947-70E740481C1C}">
                  <a14:useLocalDpi xmlns:a14="http://schemas.microsoft.com/office/drawing/2010/main" val="0"/>
                </a:ext>
              </a:extLst>
            </a:blip>
            <a:srcRect r="15036"/>
            <a:stretch/>
          </p:blipFill>
          <p:spPr>
            <a:xfrm>
              <a:off x="4256323" y="16715264"/>
              <a:ext cx="4288545" cy="4178816"/>
            </a:xfrm>
            <a:prstGeom prst="rect">
              <a:avLst/>
            </a:prstGeom>
          </p:spPr>
        </p:pic>
        <p:pic>
          <p:nvPicPr>
            <p:cNvPr id="27" name="Picture 26">
              <a:extLst>
                <a:ext uri="{FF2B5EF4-FFF2-40B4-BE49-F238E27FC236}">
                  <a16:creationId xmlns:a16="http://schemas.microsoft.com/office/drawing/2014/main" id="{0A49AAC9-700C-0B71-E342-F4003E13E5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6325" y="0"/>
              <a:ext cx="4288545" cy="4178816"/>
            </a:xfrm>
            <a:prstGeom prst="rect">
              <a:avLst/>
            </a:prstGeom>
          </p:spPr>
        </p:pic>
        <p:pic>
          <p:nvPicPr>
            <p:cNvPr id="30" name="Picture 29">
              <a:extLst>
                <a:ext uri="{FF2B5EF4-FFF2-40B4-BE49-F238E27FC236}">
                  <a16:creationId xmlns:a16="http://schemas.microsoft.com/office/drawing/2014/main" id="{335C278A-E0E8-48D9-3E3D-785AE98BB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6324" y="4178816"/>
              <a:ext cx="4288545" cy="4178816"/>
            </a:xfrm>
            <a:prstGeom prst="rect">
              <a:avLst/>
            </a:prstGeom>
          </p:spPr>
        </p:pic>
        <p:pic>
          <p:nvPicPr>
            <p:cNvPr id="32" name="Picture 31">
              <a:extLst>
                <a:ext uri="{FF2B5EF4-FFF2-40B4-BE49-F238E27FC236}">
                  <a16:creationId xmlns:a16="http://schemas.microsoft.com/office/drawing/2014/main" id="{DCC59251-412B-3668-451D-0B8DABE27C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6323" y="8357632"/>
              <a:ext cx="4288545" cy="4178816"/>
            </a:xfrm>
            <a:prstGeom prst="rect">
              <a:avLst/>
            </a:prstGeom>
          </p:spPr>
        </p:pic>
        <p:pic>
          <p:nvPicPr>
            <p:cNvPr id="34" name="Picture 33">
              <a:extLst>
                <a:ext uri="{FF2B5EF4-FFF2-40B4-BE49-F238E27FC236}">
                  <a16:creationId xmlns:a16="http://schemas.microsoft.com/office/drawing/2014/main" id="{E2C2CB4F-4B59-A31A-CD12-62A8FFE400D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56323" y="12536448"/>
              <a:ext cx="4288545" cy="4178816"/>
            </a:xfrm>
            <a:prstGeom prst="rect">
              <a:avLst/>
            </a:prstGeom>
          </p:spPr>
        </p:pic>
        <p:pic>
          <p:nvPicPr>
            <p:cNvPr id="47" name="Picture 46">
              <a:extLst>
                <a:ext uri="{FF2B5EF4-FFF2-40B4-BE49-F238E27FC236}">
                  <a16:creationId xmlns:a16="http://schemas.microsoft.com/office/drawing/2014/main" id="{8689EC76-1281-9655-28F8-9F6BF5DCC85C}"/>
                </a:ext>
              </a:extLst>
            </p:cNvPr>
            <p:cNvPicPr>
              <a:picLocks noChangeAspect="1"/>
            </p:cNvPicPr>
            <p:nvPr/>
          </p:nvPicPr>
          <p:blipFill>
            <a:blip r:embed="rId9">
              <a:extLst>
                <a:ext uri="{28A0092B-C50C-407E-A947-70E740481C1C}">
                  <a14:useLocalDpi xmlns:a14="http://schemas.microsoft.com/office/drawing/2010/main" val="0"/>
                </a:ext>
              </a:extLst>
            </a:blip>
            <a:srcRect r="15146"/>
            <a:stretch/>
          </p:blipFill>
          <p:spPr>
            <a:xfrm>
              <a:off x="0" y="16715264"/>
              <a:ext cx="4251968" cy="4178816"/>
            </a:xfrm>
            <a:prstGeom prst="rect">
              <a:avLst/>
            </a:prstGeom>
          </p:spPr>
        </p:pic>
        <p:pic>
          <p:nvPicPr>
            <p:cNvPr id="49" name="Picture 48">
              <a:extLst>
                <a:ext uri="{FF2B5EF4-FFF2-40B4-BE49-F238E27FC236}">
                  <a16:creationId xmlns:a16="http://schemas.microsoft.com/office/drawing/2014/main" id="{2B2B7041-5CCE-4A75-153E-6976F303C8E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0"/>
              <a:ext cx="4251968" cy="4178816"/>
            </a:xfrm>
            <a:prstGeom prst="rect">
              <a:avLst/>
            </a:prstGeom>
          </p:spPr>
        </p:pic>
        <p:pic>
          <p:nvPicPr>
            <p:cNvPr id="51" name="Picture 50">
              <a:extLst>
                <a:ext uri="{FF2B5EF4-FFF2-40B4-BE49-F238E27FC236}">
                  <a16:creationId xmlns:a16="http://schemas.microsoft.com/office/drawing/2014/main" id="{77F8F4D3-1E17-D558-E907-FC26D67CE38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4178816"/>
              <a:ext cx="4251968" cy="4178816"/>
            </a:xfrm>
            <a:prstGeom prst="rect">
              <a:avLst/>
            </a:prstGeom>
          </p:spPr>
        </p:pic>
        <p:pic>
          <p:nvPicPr>
            <p:cNvPr id="53" name="Picture 52">
              <a:extLst>
                <a:ext uri="{FF2B5EF4-FFF2-40B4-BE49-F238E27FC236}">
                  <a16:creationId xmlns:a16="http://schemas.microsoft.com/office/drawing/2014/main" id="{1741A449-B0BD-90B3-D26A-0BB3E8F38E5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8357632"/>
              <a:ext cx="4251968" cy="4178816"/>
            </a:xfrm>
            <a:prstGeom prst="rect">
              <a:avLst/>
            </a:prstGeom>
          </p:spPr>
        </p:pic>
        <p:pic>
          <p:nvPicPr>
            <p:cNvPr id="55" name="Picture 54">
              <a:extLst>
                <a:ext uri="{FF2B5EF4-FFF2-40B4-BE49-F238E27FC236}">
                  <a16:creationId xmlns:a16="http://schemas.microsoft.com/office/drawing/2014/main" id="{392ACC78-5320-F3FF-6A73-EA75DD948B0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12536448"/>
              <a:ext cx="4251968" cy="4178816"/>
            </a:xfrm>
            <a:prstGeom prst="rect">
              <a:avLst/>
            </a:prstGeom>
          </p:spPr>
        </p:pic>
        <p:pic>
          <p:nvPicPr>
            <p:cNvPr id="57" name="Picture 56">
              <a:extLst>
                <a:ext uri="{FF2B5EF4-FFF2-40B4-BE49-F238E27FC236}">
                  <a16:creationId xmlns:a16="http://schemas.microsoft.com/office/drawing/2014/main" id="{38D8E590-FB3B-7933-5215-4BD6FC854E4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49223" y="16715264"/>
              <a:ext cx="5047498" cy="4178816"/>
            </a:xfrm>
            <a:prstGeom prst="rect">
              <a:avLst/>
            </a:prstGeom>
          </p:spPr>
        </p:pic>
        <p:pic>
          <p:nvPicPr>
            <p:cNvPr id="59" name="Picture 58">
              <a:extLst>
                <a:ext uri="{FF2B5EF4-FFF2-40B4-BE49-F238E27FC236}">
                  <a16:creationId xmlns:a16="http://schemas.microsoft.com/office/drawing/2014/main" id="{A7A1AB18-8AA2-2F31-DA96-1A31A5E143A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544868" y="0"/>
              <a:ext cx="4288545" cy="4178816"/>
            </a:xfrm>
            <a:prstGeom prst="rect">
              <a:avLst/>
            </a:prstGeom>
          </p:spPr>
        </p:pic>
        <p:pic>
          <p:nvPicPr>
            <p:cNvPr id="61" name="Picture 60">
              <a:extLst>
                <a:ext uri="{FF2B5EF4-FFF2-40B4-BE49-F238E27FC236}">
                  <a16:creationId xmlns:a16="http://schemas.microsoft.com/office/drawing/2014/main" id="{7D9E333A-0292-4AC2-802A-C431337E81D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540511" y="4178816"/>
              <a:ext cx="4288545" cy="4178816"/>
            </a:xfrm>
            <a:prstGeom prst="rect">
              <a:avLst/>
            </a:prstGeom>
          </p:spPr>
        </p:pic>
        <p:pic>
          <p:nvPicPr>
            <p:cNvPr id="63" name="Picture 62">
              <a:extLst>
                <a:ext uri="{FF2B5EF4-FFF2-40B4-BE49-F238E27FC236}">
                  <a16:creationId xmlns:a16="http://schemas.microsoft.com/office/drawing/2014/main" id="{335023CF-8FC6-F233-4A03-98CE7328A1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49223" y="8357632"/>
              <a:ext cx="4288545" cy="4178816"/>
            </a:xfrm>
            <a:prstGeom prst="rect">
              <a:avLst/>
            </a:prstGeom>
          </p:spPr>
        </p:pic>
        <p:pic>
          <p:nvPicPr>
            <p:cNvPr id="65" name="Picture 64">
              <a:extLst>
                <a:ext uri="{FF2B5EF4-FFF2-40B4-BE49-F238E27FC236}">
                  <a16:creationId xmlns:a16="http://schemas.microsoft.com/office/drawing/2014/main" id="{1D0C4E54-05CA-06D9-81CF-89E3370D9EDF}"/>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549223" y="12536448"/>
              <a:ext cx="4288545" cy="4178816"/>
            </a:xfrm>
            <a:prstGeom prst="rect">
              <a:avLst/>
            </a:prstGeom>
          </p:spPr>
        </p:pic>
        <p:sp>
          <p:nvSpPr>
            <p:cNvPr id="2" name="TextBox 1">
              <a:extLst>
                <a:ext uri="{FF2B5EF4-FFF2-40B4-BE49-F238E27FC236}">
                  <a16:creationId xmlns:a16="http://schemas.microsoft.com/office/drawing/2014/main" id="{952D2B45-24BE-7DBA-860F-CEAC92063CBE}"/>
                </a:ext>
              </a:extLst>
            </p:cNvPr>
            <p:cNvSpPr txBox="1"/>
            <p:nvPr/>
          </p:nvSpPr>
          <p:spPr>
            <a:xfrm>
              <a:off x="4251725"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DAF286FC-1B73-04A3-B875-67C32CA78B82}"/>
                </a:ext>
              </a:extLst>
            </p:cNvPr>
            <p:cNvSpPr txBox="1"/>
            <p:nvPr/>
          </p:nvSpPr>
          <p:spPr>
            <a:xfrm>
              <a:off x="0"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B1523EB1-50D1-D6B1-239C-85DE70B1EE00}"/>
                </a:ext>
              </a:extLst>
            </p:cNvPr>
            <p:cNvSpPr txBox="1"/>
            <p:nvPr/>
          </p:nvSpPr>
          <p:spPr>
            <a:xfrm>
              <a:off x="8549223"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1796796316"/>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66452ED-B62C-E438-59D3-0C7F887C1426}"/>
              </a:ext>
            </a:extLst>
          </p:cNvPr>
          <p:cNvGrpSpPr/>
          <p:nvPr/>
        </p:nvGrpSpPr>
        <p:grpSpPr>
          <a:xfrm>
            <a:off x="-4355" y="-1"/>
            <a:ext cx="12863901" cy="16715265"/>
            <a:chOff x="-4355" y="-1"/>
            <a:chExt cx="12863901" cy="16715265"/>
          </a:xfrm>
        </p:grpSpPr>
        <p:sp>
          <p:nvSpPr>
            <p:cNvPr id="2" name="Rectangle 1">
              <a:extLst>
                <a:ext uri="{FF2B5EF4-FFF2-40B4-BE49-F238E27FC236}">
                  <a16:creationId xmlns:a16="http://schemas.microsoft.com/office/drawing/2014/main" id="{EC63F64C-81ED-F88B-4749-BA43A2166770}"/>
                </a:ext>
              </a:extLst>
            </p:cNvPr>
            <p:cNvSpPr/>
            <p:nvPr/>
          </p:nvSpPr>
          <p:spPr>
            <a:xfrm>
              <a:off x="2176" y="-1"/>
              <a:ext cx="12835591" cy="1671526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C3B684B9-3871-69E5-DC78-A5FB7AA52D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9391" y="4178816"/>
              <a:ext cx="4288545" cy="4178816"/>
            </a:xfrm>
            <a:prstGeom prst="rect">
              <a:avLst/>
            </a:prstGeom>
          </p:spPr>
        </p:pic>
        <p:pic>
          <p:nvPicPr>
            <p:cNvPr id="7" name="Picture 6">
              <a:extLst>
                <a:ext uri="{FF2B5EF4-FFF2-40B4-BE49-F238E27FC236}">
                  <a16:creationId xmlns:a16="http://schemas.microsoft.com/office/drawing/2014/main" id="{432A9393-80F1-EFD6-94F9-BA5A20E86A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65037" y="8357632"/>
              <a:ext cx="4288545" cy="4178816"/>
            </a:xfrm>
            <a:prstGeom prst="rect">
              <a:avLst/>
            </a:prstGeom>
          </p:spPr>
        </p:pic>
        <p:pic>
          <p:nvPicPr>
            <p:cNvPr id="9" name="Picture 8">
              <a:extLst>
                <a:ext uri="{FF2B5EF4-FFF2-40B4-BE49-F238E27FC236}">
                  <a16:creationId xmlns:a16="http://schemas.microsoft.com/office/drawing/2014/main" id="{9E62F566-A7CF-F172-42AB-CDEF9B5BD1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54145" y="12536448"/>
              <a:ext cx="4288545" cy="4178816"/>
            </a:xfrm>
            <a:prstGeom prst="rect">
              <a:avLst/>
            </a:prstGeom>
          </p:spPr>
        </p:pic>
        <p:pic>
          <p:nvPicPr>
            <p:cNvPr id="11" name="Picture 10">
              <a:extLst>
                <a:ext uri="{FF2B5EF4-FFF2-40B4-BE49-F238E27FC236}">
                  <a16:creationId xmlns:a16="http://schemas.microsoft.com/office/drawing/2014/main" id="{42A285AC-51FA-A01F-A70B-54A6D2AA54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77" y="0"/>
              <a:ext cx="4251968" cy="4178816"/>
            </a:xfrm>
            <a:prstGeom prst="rect">
              <a:avLst/>
            </a:prstGeom>
          </p:spPr>
        </p:pic>
        <p:pic>
          <p:nvPicPr>
            <p:cNvPr id="13" name="Picture 12">
              <a:extLst>
                <a:ext uri="{FF2B5EF4-FFF2-40B4-BE49-F238E27FC236}">
                  <a16:creationId xmlns:a16="http://schemas.microsoft.com/office/drawing/2014/main" id="{EC813749-A17F-E71C-2C0A-6543EE2ACF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09" y="4178816"/>
              <a:ext cx="4251968" cy="4178816"/>
            </a:xfrm>
            <a:prstGeom prst="rect">
              <a:avLst/>
            </a:prstGeom>
          </p:spPr>
        </p:pic>
        <p:pic>
          <p:nvPicPr>
            <p:cNvPr id="15" name="Picture 14">
              <a:extLst>
                <a:ext uri="{FF2B5EF4-FFF2-40B4-BE49-F238E27FC236}">
                  <a16:creationId xmlns:a16="http://schemas.microsoft.com/office/drawing/2014/main" id="{3C180C86-8D48-820C-DAC4-4F960B15DD1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8357632"/>
              <a:ext cx="4251968" cy="4178816"/>
            </a:xfrm>
            <a:prstGeom prst="rect">
              <a:avLst/>
            </a:prstGeom>
          </p:spPr>
        </p:pic>
        <p:pic>
          <p:nvPicPr>
            <p:cNvPr id="17" name="Picture 16">
              <a:extLst>
                <a:ext uri="{FF2B5EF4-FFF2-40B4-BE49-F238E27FC236}">
                  <a16:creationId xmlns:a16="http://schemas.microsoft.com/office/drawing/2014/main" id="{CA54B3D0-6014-2E12-ED0F-F6F7D46876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55" y="12536448"/>
              <a:ext cx="4251968" cy="4178816"/>
            </a:xfrm>
            <a:prstGeom prst="rect">
              <a:avLst/>
            </a:prstGeom>
          </p:spPr>
        </p:pic>
        <p:pic>
          <p:nvPicPr>
            <p:cNvPr id="19" name="Picture 18">
              <a:extLst>
                <a:ext uri="{FF2B5EF4-FFF2-40B4-BE49-F238E27FC236}">
                  <a16:creationId xmlns:a16="http://schemas.microsoft.com/office/drawing/2014/main" id="{87B37736-A1D6-3373-B984-40AD1905207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571001" y="0"/>
              <a:ext cx="4288545" cy="4178816"/>
            </a:xfrm>
            <a:prstGeom prst="rect">
              <a:avLst/>
            </a:prstGeom>
          </p:spPr>
        </p:pic>
        <p:pic>
          <p:nvPicPr>
            <p:cNvPr id="21" name="Picture 20">
              <a:extLst>
                <a:ext uri="{FF2B5EF4-FFF2-40B4-BE49-F238E27FC236}">
                  <a16:creationId xmlns:a16="http://schemas.microsoft.com/office/drawing/2014/main" id="{3F4CE445-8A92-31A9-B476-FFE63544A6B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562290" y="4178816"/>
              <a:ext cx="4288545" cy="4178816"/>
            </a:xfrm>
            <a:prstGeom prst="rect">
              <a:avLst/>
            </a:prstGeom>
          </p:spPr>
        </p:pic>
        <p:pic>
          <p:nvPicPr>
            <p:cNvPr id="23" name="Picture 22">
              <a:extLst>
                <a:ext uri="{FF2B5EF4-FFF2-40B4-BE49-F238E27FC236}">
                  <a16:creationId xmlns:a16="http://schemas.microsoft.com/office/drawing/2014/main" id="{C4F8676B-0554-4501-EA74-0F69E92FE04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549222" y="8357632"/>
              <a:ext cx="4288545" cy="4178816"/>
            </a:xfrm>
            <a:prstGeom prst="rect">
              <a:avLst/>
            </a:prstGeom>
          </p:spPr>
        </p:pic>
        <p:pic>
          <p:nvPicPr>
            <p:cNvPr id="26" name="Picture 25">
              <a:extLst>
                <a:ext uri="{FF2B5EF4-FFF2-40B4-BE49-F238E27FC236}">
                  <a16:creationId xmlns:a16="http://schemas.microsoft.com/office/drawing/2014/main" id="{7A666BED-C910-8A68-8A40-BF8707BA624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49223" y="12536448"/>
              <a:ext cx="4288545" cy="4178816"/>
            </a:xfrm>
            <a:prstGeom prst="rect">
              <a:avLst/>
            </a:prstGeom>
          </p:spPr>
        </p:pic>
        <p:pic>
          <p:nvPicPr>
            <p:cNvPr id="28" name="Picture 27">
              <a:extLst>
                <a:ext uri="{FF2B5EF4-FFF2-40B4-BE49-F238E27FC236}">
                  <a16:creationId xmlns:a16="http://schemas.microsoft.com/office/drawing/2014/main" id="{CA2748FC-53DB-9FAC-71D7-34F3B54E23E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282457" y="0"/>
              <a:ext cx="4288545" cy="4178816"/>
            </a:xfrm>
            <a:prstGeom prst="rect">
              <a:avLst/>
            </a:prstGeom>
          </p:spPr>
        </p:pic>
        <p:pic>
          <p:nvPicPr>
            <p:cNvPr id="27" name="Picture 26">
              <a:extLst>
                <a:ext uri="{FF2B5EF4-FFF2-40B4-BE49-F238E27FC236}">
                  <a16:creationId xmlns:a16="http://schemas.microsoft.com/office/drawing/2014/main" id="{0A49AAC9-700C-0B71-E342-F4003E13E50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256325" y="0"/>
              <a:ext cx="4288545" cy="4178816"/>
            </a:xfrm>
            <a:prstGeom prst="rect">
              <a:avLst/>
            </a:prstGeom>
          </p:spPr>
        </p:pic>
        <p:sp>
          <p:nvSpPr>
            <p:cNvPr id="29" name="TextBox 28">
              <a:extLst>
                <a:ext uri="{FF2B5EF4-FFF2-40B4-BE49-F238E27FC236}">
                  <a16:creationId xmlns:a16="http://schemas.microsoft.com/office/drawing/2014/main" id="{51F1C7CA-5E6C-B2E6-5AD6-7E849B071136}"/>
                </a:ext>
              </a:extLst>
            </p:cNvPr>
            <p:cNvSpPr txBox="1"/>
            <p:nvPr/>
          </p:nvSpPr>
          <p:spPr>
            <a:xfrm>
              <a:off x="4251725"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(b)</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70DD06E6-B2BE-82FB-F495-839D2B62E203}"/>
                </a:ext>
              </a:extLst>
            </p:cNvPr>
            <p:cNvSpPr txBox="1"/>
            <p:nvPr/>
          </p:nvSpPr>
          <p:spPr>
            <a:xfrm>
              <a:off x="0"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(a)</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3" name="TextBox 32">
              <a:extLst>
                <a:ext uri="{FF2B5EF4-FFF2-40B4-BE49-F238E27FC236}">
                  <a16:creationId xmlns:a16="http://schemas.microsoft.com/office/drawing/2014/main" id="{662E02EA-7485-28EC-C911-9293EFBB6E74}"/>
                </a:ext>
              </a:extLst>
            </p:cNvPr>
            <p:cNvSpPr txBox="1"/>
            <p:nvPr/>
          </p:nvSpPr>
          <p:spPr>
            <a:xfrm>
              <a:off x="8549223" y="0"/>
              <a:ext cx="413840" cy="307777"/>
            </a:xfrm>
            <a:prstGeom prst="rect">
              <a:avLst/>
            </a:prstGeom>
            <a:noFill/>
          </p:spPr>
          <p:txBody>
            <a:bodyPr wrap="square" rtlCol="0">
              <a:spAutoFit/>
            </a:bodyPr>
            <a:lstStyle/>
            <a:p>
              <a:r>
                <a:rPr lang="en-AU" sz="1400" b="1" dirty="0">
                  <a:solidFill>
                    <a:schemeClr val="bg2"/>
                  </a:solidFill>
                  <a:latin typeface="+mj-lt"/>
                  <a:ea typeface="Sans Serif Collection" panose="020B0502040504020204" pitchFamily="34" charset="0"/>
                  <a:cs typeface="Sans Serif Collection" panose="020B0502040504020204" pitchFamily="34" charset="0"/>
                </a:rPr>
                <a:t>(c)</a:t>
              </a:r>
              <a:endParaRPr lang="en-GB" sz="1400"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12" name="Group 11">
            <a:extLst>
              <a:ext uri="{FF2B5EF4-FFF2-40B4-BE49-F238E27FC236}">
                <a16:creationId xmlns:a16="http://schemas.microsoft.com/office/drawing/2014/main" id="{A8BADB2A-AA1D-97A4-73F0-F7E06F4AF041}"/>
              </a:ext>
            </a:extLst>
          </p:cNvPr>
          <p:cNvGrpSpPr/>
          <p:nvPr/>
        </p:nvGrpSpPr>
        <p:grpSpPr>
          <a:xfrm>
            <a:off x="13774362" y="16938492"/>
            <a:ext cx="12850836" cy="4178817"/>
            <a:chOff x="-4355" y="16916366"/>
            <a:chExt cx="12850836" cy="4178817"/>
          </a:xfrm>
        </p:grpSpPr>
        <p:sp>
          <p:nvSpPr>
            <p:cNvPr id="8" name="Rectangle 7">
              <a:extLst>
                <a:ext uri="{FF2B5EF4-FFF2-40B4-BE49-F238E27FC236}">
                  <a16:creationId xmlns:a16="http://schemas.microsoft.com/office/drawing/2014/main" id="{3E85F007-9FBA-B0C5-5BEE-E9DDCEA4294C}"/>
                </a:ext>
              </a:extLst>
            </p:cNvPr>
            <p:cNvSpPr/>
            <p:nvPr/>
          </p:nvSpPr>
          <p:spPr>
            <a:xfrm>
              <a:off x="-4355" y="16916366"/>
              <a:ext cx="12850836" cy="417881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780BA8A0-826B-3549-F8A6-59C9A63BFFF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254144" y="16916367"/>
              <a:ext cx="4288545" cy="4178816"/>
            </a:xfrm>
            <a:prstGeom prst="rect">
              <a:avLst/>
            </a:prstGeom>
          </p:spPr>
        </p:pic>
        <p:pic>
          <p:nvPicPr>
            <p:cNvPr id="6" name="Picture 5">
              <a:extLst>
                <a:ext uri="{FF2B5EF4-FFF2-40B4-BE49-F238E27FC236}">
                  <a16:creationId xmlns:a16="http://schemas.microsoft.com/office/drawing/2014/main" id="{9ABD7094-3C80-3CE3-9569-38FC6A2704B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16916367"/>
              <a:ext cx="4251968" cy="4178816"/>
            </a:xfrm>
            <a:prstGeom prst="rect">
              <a:avLst/>
            </a:prstGeom>
          </p:spPr>
        </p:pic>
        <p:pic>
          <p:nvPicPr>
            <p:cNvPr id="10" name="Picture 9">
              <a:extLst>
                <a:ext uri="{FF2B5EF4-FFF2-40B4-BE49-F238E27FC236}">
                  <a16:creationId xmlns:a16="http://schemas.microsoft.com/office/drawing/2014/main" id="{5EDE5428-8D04-83B7-7722-6DB0BE9E0110}"/>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557936" y="16916367"/>
              <a:ext cx="4288545" cy="4178816"/>
            </a:xfrm>
            <a:prstGeom prst="rect">
              <a:avLst/>
            </a:prstGeom>
          </p:spPr>
        </p:pic>
      </p:grpSp>
      <p:grpSp>
        <p:nvGrpSpPr>
          <p:cNvPr id="18" name="Group 17">
            <a:extLst>
              <a:ext uri="{FF2B5EF4-FFF2-40B4-BE49-F238E27FC236}">
                <a16:creationId xmlns:a16="http://schemas.microsoft.com/office/drawing/2014/main" id="{5550D9D9-1B68-1801-67FC-955E3FD715E1}"/>
              </a:ext>
            </a:extLst>
          </p:cNvPr>
          <p:cNvGrpSpPr/>
          <p:nvPr/>
        </p:nvGrpSpPr>
        <p:grpSpPr>
          <a:xfrm>
            <a:off x="-30265" y="16887139"/>
            <a:ext cx="12857364" cy="5351605"/>
            <a:chOff x="-30265" y="16887139"/>
            <a:chExt cx="12857364" cy="5351605"/>
          </a:xfrm>
        </p:grpSpPr>
        <p:sp>
          <p:nvSpPr>
            <p:cNvPr id="14" name="Rectangle 13">
              <a:extLst>
                <a:ext uri="{FF2B5EF4-FFF2-40B4-BE49-F238E27FC236}">
                  <a16:creationId xmlns:a16="http://schemas.microsoft.com/office/drawing/2014/main" id="{A86A53ED-156E-8A0C-D7D2-1B50D11DE549}"/>
                </a:ext>
              </a:extLst>
            </p:cNvPr>
            <p:cNvSpPr/>
            <p:nvPr/>
          </p:nvSpPr>
          <p:spPr>
            <a:xfrm>
              <a:off x="-30265" y="16887139"/>
              <a:ext cx="12763039" cy="535160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6" name="Picture 15">
              <a:extLst>
                <a:ext uri="{FF2B5EF4-FFF2-40B4-BE49-F238E27FC236}">
                  <a16:creationId xmlns:a16="http://schemas.microsoft.com/office/drawing/2014/main" id="{1460A397-6723-2A9C-49AD-F26FBC951BEB}"/>
                </a:ext>
              </a:extLst>
            </p:cNvPr>
            <p:cNvPicPr>
              <a:picLocks noChangeAspect="1"/>
            </p:cNvPicPr>
            <p:nvPr/>
          </p:nvPicPr>
          <p:blipFill>
            <a:blip r:embed="rId20">
              <a:extLst>
                <a:ext uri="{28A0092B-C50C-407E-A947-70E740481C1C}">
                  <a14:useLocalDpi xmlns:a14="http://schemas.microsoft.com/office/drawing/2010/main" val="0"/>
                </a:ext>
              </a:extLst>
            </a:blip>
            <a:srcRect l="24631" r="25480" b="23960"/>
            <a:stretch/>
          </p:blipFill>
          <p:spPr>
            <a:xfrm>
              <a:off x="4267226" y="17010688"/>
              <a:ext cx="4251725" cy="4178815"/>
            </a:xfrm>
            <a:prstGeom prst="rect">
              <a:avLst/>
            </a:prstGeom>
          </p:spPr>
        </p:pic>
        <p:pic>
          <p:nvPicPr>
            <p:cNvPr id="20" name="Picture 19">
              <a:extLst>
                <a:ext uri="{FF2B5EF4-FFF2-40B4-BE49-F238E27FC236}">
                  <a16:creationId xmlns:a16="http://schemas.microsoft.com/office/drawing/2014/main" id="{5FAE5867-3268-7DAB-73CF-464BC0A3336D}"/>
                </a:ext>
              </a:extLst>
            </p:cNvPr>
            <p:cNvPicPr>
              <a:picLocks noChangeAspect="1"/>
            </p:cNvPicPr>
            <p:nvPr/>
          </p:nvPicPr>
          <p:blipFill>
            <a:blip r:embed="rId21">
              <a:extLst>
                <a:ext uri="{28A0092B-C50C-407E-A947-70E740481C1C}">
                  <a14:useLocalDpi xmlns:a14="http://schemas.microsoft.com/office/drawing/2010/main" val="0"/>
                </a:ext>
              </a:extLst>
            </a:blip>
            <a:srcRect l="24331" r="24155" b="23960"/>
            <a:stretch/>
          </p:blipFill>
          <p:spPr>
            <a:xfrm>
              <a:off x="-30265" y="17010691"/>
              <a:ext cx="4390115" cy="4178815"/>
            </a:xfrm>
            <a:prstGeom prst="rect">
              <a:avLst/>
            </a:prstGeom>
          </p:spPr>
        </p:pic>
        <p:pic>
          <p:nvPicPr>
            <p:cNvPr id="24" name="Picture 23">
              <a:extLst>
                <a:ext uri="{FF2B5EF4-FFF2-40B4-BE49-F238E27FC236}">
                  <a16:creationId xmlns:a16="http://schemas.microsoft.com/office/drawing/2014/main" id="{509A39C9-A3F3-0B8E-53E8-2AEA16E3A83E}"/>
                </a:ext>
              </a:extLst>
            </p:cNvPr>
            <p:cNvPicPr>
              <a:picLocks noChangeAspect="1"/>
            </p:cNvPicPr>
            <p:nvPr/>
          </p:nvPicPr>
          <p:blipFill>
            <a:blip r:embed="rId22">
              <a:extLst>
                <a:ext uri="{28A0092B-C50C-407E-A947-70E740481C1C}">
                  <a14:useLocalDpi xmlns:a14="http://schemas.microsoft.com/office/drawing/2010/main" val="0"/>
                </a:ext>
              </a:extLst>
            </a:blip>
            <a:srcRect l="23875" r="24612" b="23960"/>
            <a:stretch/>
          </p:blipFill>
          <p:spPr>
            <a:xfrm>
              <a:off x="8436984" y="17010685"/>
              <a:ext cx="4390115" cy="4178816"/>
            </a:xfrm>
            <a:prstGeom prst="rect">
              <a:avLst/>
            </a:prstGeom>
          </p:spPr>
        </p:pic>
        <p:pic>
          <p:nvPicPr>
            <p:cNvPr id="25" name="Picture 24">
              <a:extLst>
                <a:ext uri="{FF2B5EF4-FFF2-40B4-BE49-F238E27FC236}">
                  <a16:creationId xmlns:a16="http://schemas.microsoft.com/office/drawing/2014/main" id="{64091F63-4769-C8E3-CD81-6917946714CE}"/>
                </a:ext>
              </a:extLst>
            </p:cNvPr>
            <p:cNvPicPr>
              <a:picLocks noChangeAspect="1"/>
            </p:cNvPicPr>
            <p:nvPr/>
          </p:nvPicPr>
          <p:blipFill>
            <a:blip r:embed="rId21">
              <a:extLst>
                <a:ext uri="{28A0092B-C50C-407E-A947-70E740481C1C}">
                  <a14:useLocalDpi xmlns:a14="http://schemas.microsoft.com/office/drawing/2010/main" val="0"/>
                </a:ext>
              </a:extLst>
            </a:blip>
            <a:srcRect l="428" t="79124" r="125" b="470"/>
            <a:stretch/>
          </p:blipFill>
          <p:spPr>
            <a:xfrm>
              <a:off x="2143677" y="21117309"/>
              <a:ext cx="8475074" cy="1121435"/>
            </a:xfrm>
            <a:prstGeom prst="rect">
              <a:avLst/>
            </a:prstGeom>
          </p:spPr>
        </p:pic>
      </p:grpSp>
    </p:spTree>
    <p:custDataLst>
      <p:tags r:id="rId1"/>
    </p:custDataLst>
    <p:extLst>
      <p:ext uri="{BB962C8B-B14F-4D97-AF65-F5344CB8AC3E}">
        <p14:creationId xmlns:p14="http://schemas.microsoft.com/office/powerpoint/2010/main" val="283302135"/>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8624FCD-9597-CEBC-F882-AFD8F9CBD237}"/>
              </a:ext>
            </a:extLst>
          </p:cNvPr>
          <p:cNvGrpSpPr/>
          <p:nvPr/>
        </p:nvGrpSpPr>
        <p:grpSpPr>
          <a:xfrm>
            <a:off x="-5855" y="-1"/>
            <a:ext cx="11197295" cy="6240429"/>
            <a:chOff x="-5855" y="-1"/>
            <a:chExt cx="11197295" cy="6240429"/>
          </a:xfrm>
        </p:grpSpPr>
        <p:sp>
          <p:nvSpPr>
            <p:cNvPr id="2" name="Rectangle 1">
              <a:extLst>
                <a:ext uri="{FF2B5EF4-FFF2-40B4-BE49-F238E27FC236}">
                  <a16:creationId xmlns:a16="http://schemas.microsoft.com/office/drawing/2014/main" id="{4A7A9E25-1E94-74E0-4BC5-4EB66AE6D99F}"/>
                </a:ext>
              </a:extLst>
            </p:cNvPr>
            <p:cNvSpPr/>
            <p:nvPr/>
          </p:nvSpPr>
          <p:spPr>
            <a:xfrm>
              <a:off x="-5855" y="-1"/>
              <a:ext cx="11197294" cy="623865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7" name="Group 46">
              <a:extLst>
                <a:ext uri="{FF2B5EF4-FFF2-40B4-BE49-F238E27FC236}">
                  <a16:creationId xmlns:a16="http://schemas.microsoft.com/office/drawing/2014/main" id="{BC459842-A70E-0ABB-537C-1DC91B3BEFE5}"/>
                </a:ext>
              </a:extLst>
            </p:cNvPr>
            <p:cNvGrpSpPr/>
            <p:nvPr/>
          </p:nvGrpSpPr>
          <p:grpSpPr>
            <a:xfrm>
              <a:off x="0" y="0"/>
              <a:ext cx="11191440" cy="6240428"/>
              <a:chOff x="0" y="-2040"/>
              <a:chExt cx="12869363" cy="7176050"/>
            </a:xfrm>
          </p:grpSpPr>
          <p:grpSp>
            <p:nvGrpSpPr>
              <p:cNvPr id="10" name="Group 9">
                <a:extLst>
                  <a:ext uri="{FF2B5EF4-FFF2-40B4-BE49-F238E27FC236}">
                    <a16:creationId xmlns:a16="http://schemas.microsoft.com/office/drawing/2014/main" id="{16FDE78B-C310-C6BA-C0AF-B2BC90F9E2B8}"/>
                  </a:ext>
                </a:extLst>
              </p:cNvPr>
              <p:cNvGrpSpPr/>
              <p:nvPr/>
            </p:nvGrpSpPr>
            <p:grpSpPr>
              <a:xfrm>
                <a:off x="8388793" y="0"/>
                <a:ext cx="4480570" cy="7174010"/>
                <a:chOff x="10427642" y="-1"/>
                <a:chExt cx="4480570" cy="7174010"/>
              </a:xfrm>
            </p:grpSpPr>
            <p:pic>
              <p:nvPicPr>
                <p:cNvPr id="3" name="Picture 2">
                  <a:extLst>
                    <a:ext uri="{FF2B5EF4-FFF2-40B4-BE49-F238E27FC236}">
                      <a16:creationId xmlns:a16="http://schemas.microsoft.com/office/drawing/2014/main" id="{61A915FE-8E74-53E4-68E1-C26B975C6A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27643" y="-1"/>
                  <a:ext cx="4480569" cy="2651765"/>
                </a:xfrm>
                <a:prstGeom prst="rect">
                  <a:avLst/>
                </a:prstGeom>
              </p:spPr>
            </p:pic>
            <p:pic>
              <p:nvPicPr>
                <p:cNvPr id="5" name="Picture 4">
                  <a:extLst>
                    <a:ext uri="{FF2B5EF4-FFF2-40B4-BE49-F238E27FC236}">
                      <a16:creationId xmlns:a16="http://schemas.microsoft.com/office/drawing/2014/main" id="{6386243B-F25D-A6BD-2907-C128742F13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27643" y="1503958"/>
                  <a:ext cx="4480569" cy="2651765"/>
                </a:xfrm>
                <a:prstGeom prst="rect">
                  <a:avLst/>
                </a:prstGeom>
              </p:spPr>
            </p:pic>
            <p:pic>
              <p:nvPicPr>
                <p:cNvPr id="7" name="Picture 6">
                  <a:extLst>
                    <a:ext uri="{FF2B5EF4-FFF2-40B4-BE49-F238E27FC236}">
                      <a16:creationId xmlns:a16="http://schemas.microsoft.com/office/drawing/2014/main" id="{26CC4565-0805-501F-23A9-7431B6B47B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27642" y="3010962"/>
                  <a:ext cx="4480569" cy="2651765"/>
                </a:xfrm>
                <a:prstGeom prst="rect">
                  <a:avLst/>
                </a:prstGeom>
              </p:spPr>
            </p:pic>
            <p:pic>
              <p:nvPicPr>
                <p:cNvPr id="9" name="Picture 8">
                  <a:extLst>
                    <a:ext uri="{FF2B5EF4-FFF2-40B4-BE49-F238E27FC236}">
                      <a16:creationId xmlns:a16="http://schemas.microsoft.com/office/drawing/2014/main" id="{BF2A8E5A-CAE6-58C7-D4B9-71CD6C7FEC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27643" y="4522244"/>
                  <a:ext cx="4480569" cy="2651765"/>
                </a:xfrm>
                <a:prstGeom prst="rect">
                  <a:avLst/>
                </a:prstGeom>
              </p:spPr>
            </p:pic>
          </p:grpSp>
          <p:grpSp>
            <p:nvGrpSpPr>
              <p:cNvPr id="24" name="Group 23">
                <a:extLst>
                  <a:ext uri="{FF2B5EF4-FFF2-40B4-BE49-F238E27FC236}">
                    <a16:creationId xmlns:a16="http://schemas.microsoft.com/office/drawing/2014/main" id="{EE3798B4-42CA-2999-995D-E133687352B3}"/>
                  </a:ext>
                </a:extLst>
              </p:cNvPr>
              <p:cNvGrpSpPr/>
              <p:nvPr/>
            </p:nvGrpSpPr>
            <p:grpSpPr>
              <a:xfrm>
                <a:off x="4191031" y="-2040"/>
                <a:ext cx="4480571" cy="7174009"/>
                <a:chOff x="4948067" y="0"/>
                <a:chExt cx="4480571" cy="7174009"/>
              </a:xfrm>
            </p:grpSpPr>
            <p:pic>
              <p:nvPicPr>
                <p:cNvPr id="17" name="Picture 16">
                  <a:extLst>
                    <a:ext uri="{FF2B5EF4-FFF2-40B4-BE49-F238E27FC236}">
                      <a16:creationId xmlns:a16="http://schemas.microsoft.com/office/drawing/2014/main" id="{5C0F49DD-40AF-ADB2-1863-F1E26595644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48067" y="0"/>
                  <a:ext cx="4480569" cy="2651765"/>
                </a:xfrm>
                <a:prstGeom prst="rect">
                  <a:avLst/>
                </a:prstGeom>
              </p:spPr>
            </p:pic>
            <p:pic>
              <p:nvPicPr>
                <p:cNvPr id="19" name="Picture 18">
                  <a:extLst>
                    <a:ext uri="{FF2B5EF4-FFF2-40B4-BE49-F238E27FC236}">
                      <a16:creationId xmlns:a16="http://schemas.microsoft.com/office/drawing/2014/main" id="{10ED90AE-AB4D-83DF-2FDB-FA4473185E2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948067" y="1503958"/>
                  <a:ext cx="4480569" cy="2651765"/>
                </a:xfrm>
                <a:prstGeom prst="rect">
                  <a:avLst/>
                </a:prstGeom>
              </p:spPr>
            </p:pic>
            <p:pic>
              <p:nvPicPr>
                <p:cNvPr id="21" name="Picture 20">
                  <a:extLst>
                    <a:ext uri="{FF2B5EF4-FFF2-40B4-BE49-F238E27FC236}">
                      <a16:creationId xmlns:a16="http://schemas.microsoft.com/office/drawing/2014/main" id="{157E6D2D-EA7B-8C57-B496-25550E9D370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48068" y="3010961"/>
                  <a:ext cx="4480569" cy="2651765"/>
                </a:xfrm>
                <a:prstGeom prst="rect">
                  <a:avLst/>
                </a:prstGeom>
              </p:spPr>
            </p:pic>
            <p:pic>
              <p:nvPicPr>
                <p:cNvPr id="23" name="Picture 22">
                  <a:extLst>
                    <a:ext uri="{FF2B5EF4-FFF2-40B4-BE49-F238E27FC236}">
                      <a16:creationId xmlns:a16="http://schemas.microsoft.com/office/drawing/2014/main" id="{DE96999E-FBF5-99B6-2083-B04F1219FDD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948069" y="4522244"/>
                  <a:ext cx="4480569" cy="2651765"/>
                </a:xfrm>
                <a:prstGeom prst="rect">
                  <a:avLst/>
                </a:prstGeom>
              </p:spPr>
            </p:pic>
          </p:grpSp>
          <p:grpSp>
            <p:nvGrpSpPr>
              <p:cNvPr id="12" name="Group 11">
                <a:extLst>
                  <a:ext uri="{FF2B5EF4-FFF2-40B4-BE49-F238E27FC236}">
                    <a16:creationId xmlns:a16="http://schemas.microsoft.com/office/drawing/2014/main" id="{539DB906-FC92-899A-4CFE-95CC29E3C99E}"/>
                  </a:ext>
                </a:extLst>
              </p:cNvPr>
              <p:cNvGrpSpPr/>
              <p:nvPr/>
            </p:nvGrpSpPr>
            <p:grpSpPr>
              <a:xfrm>
                <a:off x="0" y="1"/>
                <a:ext cx="4480570" cy="7174009"/>
                <a:chOff x="-1" y="0"/>
                <a:chExt cx="4480570" cy="7174009"/>
              </a:xfrm>
            </p:grpSpPr>
            <p:pic>
              <p:nvPicPr>
                <p:cNvPr id="13" name="Picture 12">
                  <a:extLst>
                    <a:ext uri="{FF2B5EF4-FFF2-40B4-BE49-F238E27FC236}">
                      <a16:creationId xmlns:a16="http://schemas.microsoft.com/office/drawing/2014/main" id="{D59C96EC-2CB2-6450-1D2F-082F5C8D38A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4480569" cy="2651765"/>
                </a:xfrm>
                <a:prstGeom prst="rect">
                  <a:avLst/>
                </a:prstGeom>
              </p:spPr>
            </p:pic>
            <p:pic>
              <p:nvPicPr>
                <p:cNvPr id="14" name="Picture 13">
                  <a:extLst>
                    <a:ext uri="{FF2B5EF4-FFF2-40B4-BE49-F238E27FC236}">
                      <a16:creationId xmlns:a16="http://schemas.microsoft.com/office/drawing/2014/main" id="{433C964A-BE6D-3900-5E77-11F8C9D3DCF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 y="1503958"/>
                  <a:ext cx="4480569" cy="2651765"/>
                </a:xfrm>
                <a:prstGeom prst="rect">
                  <a:avLst/>
                </a:prstGeom>
              </p:spPr>
            </p:pic>
            <p:pic>
              <p:nvPicPr>
                <p:cNvPr id="15" name="Picture 14">
                  <a:extLst>
                    <a:ext uri="{FF2B5EF4-FFF2-40B4-BE49-F238E27FC236}">
                      <a16:creationId xmlns:a16="http://schemas.microsoft.com/office/drawing/2014/main" id="{69ACB44B-3443-2CBA-11CC-5776E67AFAA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3010962"/>
                  <a:ext cx="4480569" cy="2651765"/>
                </a:xfrm>
                <a:prstGeom prst="rect">
                  <a:avLst/>
                </a:prstGeom>
              </p:spPr>
            </p:pic>
            <p:pic>
              <p:nvPicPr>
                <p:cNvPr id="16" name="Picture 15">
                  <a:extLst>
                    <a:ext uri="{FF2B5EF4-FFF2-40B4-BE49-F238E27FC236}">
                      <a16:creationId xmlns:a16="http://schemas.microsoft.com/office/drawing/2014/main" id="{1939BA1F-2B11-DB9F-310E-B8FF49FB1EE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4522244"/>
                  <a:ext cx="4480569" cy="2651765"/>
                </a:xfrm>
                <a:prstGeom prst="rect">
                  <a:avLst/>
                </a:prstGeom>
              </p:spPr>
            </p:pic>
          </p:grpSp>
        </p:grpSp>
        <p:sp>
          <p:nvSpPr>
            <p:cNvPr id="48" name="TextBox 47">
              <a:extLst>
                <a:ext uri="{FF2B5EF4-FFF2-40B4-BE49-F238E27FC236}">
                  <a16:creationId xmlns:a16="http://schemas.microsoft.com/office/drawing/2014/main" id="{D45E102B-75EB-0DF4-C813-BCCAA0F6551E}"/>
                </a:ext>
              </a:extLst>
            </p:cNvPr>
            <p:cNvSpPr txBox="1"/>
            <p:nvPr/>
          </p:nvSpPr>
          <p:spPr>
            <a:xfrm>
              <a:off x="3894716" y="5197135"/>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49" name="TextBox 48">
              <a:extLst>
                <a:ext uri="{FF2B5EF4-FFF2-40B4-BE49-F238E27FC236}">
                  <a16:creationId xmlns:a16="http://schemas.microsoft.com/office/drawing/2014/main" id="{76B5B5C5-C081-DC7C-22B9-3D9ACF12A963}"/>
                </a:ext>
              </a:extLst>
            </p:cNvPr>
            <p:cNvSpPr txBox="1"/>
            <p:nvPr/>
          </p:nvSpPr>
          <p:spPr>
            <a:xfrm>
              <a:off x="249741" y="5197135"/>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0" name="TextBox 49">
              <a:extLst>
                <a:ext uri="{FF2B5EF4-FFF2-40B4-BE49-F238E27FC236}">
                  <a16:creationId xmlns:a16="http://schemas.microsoft.com/office/drawing/2014/main" id="{743BB3AE-CC66-C428-ED59-B2EB9571E1CF}"/>
                </a:ext>
              </a:extLst>
            </p:cNvPr>
            <p:cNvSpPr txBox="1"/>
            <p:nvPr/>
          </p:nvSpPr>
          <p:spPr>
            <a:xfrm>
              <a:off x="7550857" y="5203689"/>
              <a:ext cx="413840" cy="279628"/>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73" name="Group 72">
            <a:extLst>
              <a:ext uri="{FF2B5EF4-FFF2-40B4-BE49-F238E27FC236}">
                <a16:creationId xmlns:a16="http://schemas.microsoft.com/office/drawing/2014/main" id="{E6AB19FE-AA50-F950-2280-F58C2E544B3E}"/>
              </a:ext>
            </a:extLst>
          </p:cNvPr>
          <p:cNvGrpSpPr/>
          <p:nvPr/>
        </p:nvGrpSpPr>
        <p:grpSpPr>
          <a:xfrm>
            <a:off x="4025596" y="15717872"/>
            <a:ext cx="3896388" cy="6238653"/>
            <a:chOff x="-1" y="0"/>
            <a:chExt cx="4480570" cy="7174009"/>
          </a:xfrm>
        </p:grpSpPr>
        <p:pic>
          <p:nvPicPr>
            <p:cNvPr id="60" name="Picture 59">
              <a:extLst>
                <a:ext uri="{FF2B5EF4-FFF2-40B4-BE49-F238E27FC236}">
                  <a16:creationId xmlns:a16="http://schemas.microsoft.com/office/drawing/2014/main" id="{6DD00D3C-604C-2CF8-3D13-A0B556EB8ED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4480569" cy="2651765"/>
            </a:xfrm>
            <a:prstGeom prst="rect">
              <a:avLst/>
            </a:prstGeom>
          </p:spPr>
        </p:pic>
        <p:pic>
          <p:nvPicPr>
            <p:cNvPr id="62" name="Picture 61">
              <a:extLst>
                <a:ext uri="{FF2B5EF4-FFF2-40B4-BE49-F238E27FC236}">
                  <a16:creationId xmlns:a16="http://schemas.microsoft.com/office/drawing/2014/main" id="{20B3EA81-5CDA-C3D0-6891-AD3F576B0C9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 y="1503958"/>
              <a:ext cx="4480569" cy="2651765"/>
            </a:xfrm>
            <a:prstGeom prst="rect">
              <a:avLst/>
            </a:prstGeom>
          </p:spPr>
        </p:pic>
        <p:pic>
          <p:nvPicPr>
            <p:cNvPr id="64" name="Picture 63">
              <a:extLst>
                <a:ext uri="{FF2B5EF4-FFF2-40B4-BE49-F238E27FC236}">
                  <a16:creationId xmlns:a16="http://schemas.microsoft.com/office/drawing/2014/main" id="{F0335C57-8BBE-9616-3199-C3A809B3FBD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3010962"/>
              <a:ext cx="4480569" cy="2651765"/>
            </a:xfrm>
            <a:prstGeom prst="rect">
              <a:avLst/>
            </a:prstGeom>
          </p:spPr>
        </p:pic>
        <p:pic>
          <p:nvPicPr>
            <p:cNvPr id="58" name="Picture 57">
              <a:extLst>
                <a:ext uri="{FF2B5EF4-FFF2-40B4-BE49-F238E27FC236}">
                  <a16:creationId xmlns:a16="http://schemas.microsoft.com/office/drawing/2014/main" id="{15065C78-4D95-923B-CA6C-E876511DFF8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0" y="4522244"/>
              <a:ext cx="4480569" cy="2651765"/>
            </a:xfrm>
            <a:prstGeom prst="rect">
              <a:avLst/>
            </a:prstGeom>
          </p:spPr>
        </p:pic>
      </p:grpSp>
      <p:grpSp>
        <p:nvGrpSpPr>
          <p:cNvPr id="74" name="Group 73">
            <a:extLst>
              <a:ext uri="{FF2B5EF4-FFF2-40B4-BE49-F238E27FC236}">
                <a16:creationId xmlns:a16="http://schemas.microsoft.com/office/drawing/2014/main" id="{CEFD954D-57B9-BC1B-7644-43E6A001D4CD}"/>
              </a:ext>
            </a:extLst>
          </p:cNvPr>
          <p:cNvGrpSpPr/>
          <p:nvPr/>
        </p:nvGrpSpPr>
        <p:grpSpPr>
          <a:xfrm>
            <a:off x="0" y="15717872"/>
            <a:ext cx="3896388" cy="6238653"/>
            <a:chOff x="-1" y="0"/>
            <a:chExt cx="4480570" cy="7174009"/>
          </a:xfrm>
        </p:grpSpPr>
        <p:pic>
          <p:nvPicPr>
            <p:cNvPr id="66" name="Picture 65">
              <a:extLst>
                <a:ext uri="{FF2B5EF4-FFF2-40B4-BE49-F238E27FC236}">
                  <a16:creationId xmlns:a16="http://schemas.microsoft.com/office/drawing/2014/main" id="{D9739106-8781-1134-F5CB-D71018A0E71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0" y="0"/>
              <a:ext cx="4480569" cy="2651765"/>
            </a:xfrm>
            <a:prstGeom prst="rect">
              <a:avLst/>
            </a:prstGeom>
          </p:spPr>
        </p:pic>
        <p:pic>
          <p:nvPicPr>
            <p:cNvPr id="68" name="Picture 67">
              <a:extLst>
                <a:ext uri="{FF2B5EF4-FFF2-40B4-BE49-F238E27FC236}">
                  <a16:creationId xmlns:a16="http://schemas.microsoft.com/office/drawing/2014/main" id="{8D8A89C9-CECE-D120-C3D8-55F9C9940E14}"/>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0" y="1502386"/>
              <a:ext cx="4480569" cy="2651765"/>
            </a:xfrm>
            <a:prstGeom prst="rect">
              <a:avLst/>
            </a:prstGeom>
          </p:spPr>
        </p:pic>
        <p:pic>
          <p:nvPicPr>
            <p:cNvPr id="70" name="Picture 69">
              <a:extLst>
                <a:ext uri="{FF2B5EF4-FFF2-40B4-BE49-F238E27FC236}">
                  <a16:creationId xmlns:a16="http://schemas.microsoft.com/office/drawing/2014/main" id="{5E5813C6-90A6-A548-3DAF-557BE5D7BA6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0" y="3010962"/>
              <a:ext cx="4480569" cy="2651765"/>
            </a:xfrm>
            <a:prstGeom prst="rect">
              <a:avLst/>
            </a:prstGeom>
          </p:spPr>
        </p:pic>
        <p:pic>
          <p:nvPicPr>
            <p:cNvPr id="72" name="Picture 71">
              <a:extLst>
                <a:ext uri="{FF2B5EF4-FFF2-40B4-BE49-F238E27FC236}">
                  <a16:creationId xmlns:a16="http://schemas.microsoft.com/office/drawing/2014/main" id="{BDE50B96-7657-D62C-BCB3-0F79DBF4DC6B}"/>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 y="4522244"/>
              <a:ext cx="4480569" cy="2651765"/>
            </a:xfrm>
            <a:prstGeom prst="rect">
              <a:avLst/>
            </a:prstGeom>
          </p:spPr>
        </p:pic>
      </p:grpSp>
    </p:spTree>
    <p:custDataLst>
      <p:tags r:id="rId1"/>
    </p:custDataLst>
    <p:extLst>
      <p:ext uri="{BB962C8B-B14F-4D97-AF65-F5344CB8AC3E}">
        <p14:creationId xmlns:p14="http://schemas.microsoft.com/office/powerpoint/2010/main" val="2487238633"/>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show="0">
  <p:cSld>
    <p:bg>
      <p:bgPr>
        <a:solidFill>
          <a:schemeClr val="tx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4B65C149-17C7-732C-2FF0-2A8FFBA271C4}"/>
              </a:ext>
            </a:extLst>
          </p:cNvPr>
          <p:cNvGrpSpPr/>
          <p:nvPr/>
        </p:nvGrpSpPr>
        <p:grpSpPr>
          <a:xfrm>
            <a:off x="0" y="4753520"/>
            <a:ext cx="7228497" cy="4461286"/>
            <a:chOff x="0" y="-1"/>
            <a:chExt cx="8312259" cy="5130163"/>
          </a:xfrm>
        </p:grpSpPr>
        <p:pic>
          <p:nvPicPr>
            <p:cNvPr id="20" name="Picture 19">
              <a:extLst>
                <a:ext uri="{FF2B5EF4-FFF2-40B4-BE49-F238E27FC236}">
                  <a16:creationId xmlns:a16="http://schemas.microsoft.com/office/drawing/2014/main" id="{535F15EA-C3FC-E71A-C857-E602A572528C}"/>
                </a:ext>
              </a:extLst>
            </p:cNvPr>
            <p:cNvPicPr>
              <a:picLocks noChangeAspect="1"/>
            </p:cNvPicPr>
            <p:nvPr/>
          </p:nvPicPr>
          <p:blipFill rotWithShape="1">
            <a:blip r:embed="rId4">
              <a:extLst>
                <a:ext uri="{28A0092B-C50C-407E-A947-70E740481C1C}">
                  <a14:useLocalDpi xmlns:a14="http://schemas.microsoft.com/office/drawing/2010/main" val="0"/>
                </a:ext>
              </a:extLst>
            </a:blip>
            <a:srcRect l="7812" t="12374" r="82632" b="60612"/>
            <a:stretch/>
          </p:blipFill>
          <p:spPr>
            <a:xfrm>
              <a:off x="0" y="1896082"/>
              <a:ext cx="279633" cy="1111543"/>
            </a:xfrm>
            <a:prstGeom prst="rect">
              <a:avLst/>
            </a:prstGeom>
          </p:spPr>
        </p:pic>
        <p:pic>
          <p:nvPicPr>
            <p:cNvPr id="7" name="Picture 6">
              <a:extLst>
                <a:ext uri="{FF2B5EF4-FFF2-40B4-BE49-F238E27FC236}">
                  <a16:creationId xmlns:a16="http://schemas.microsoft.com/office/drawing/2014/main" id="{4ED59B7C-D2FD-FD2F-AEBF-E6A9928304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8741" y="-1"/>
              <a:ext cx="2953518" cy="2715773"/>
            </a:xfrm>
            <a:prstGeom prst="rect">
              <a:avLst/>
            </a:prstGeom>
          </p:spPr>
        </p:pic>
        <p:pic>
          <p:nvPicPr>
            <p:cNvPr id="5" name="Picture 4">
              <a:extLst>
                <a:ext uri="{FF2B5EF4-FFF2-40B4-BE49-F238E27FC236}">
                  <a16:creationId xmlns:a16="http://schemas.microsoft.com/office/drawing/2014/main" id="{0DC6285F-5820-C59A-692C-3A11A46A2D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69324" y="0"/>
              <a:ext cx="2953518" cy="2715773"/>
            </a:xfrm>
            <a:prstGeom prst="rect">
              <a:avLst/>
            </a:prstGeom>
          </p:spPr>
        </p:pic>
        <p:pic>
          <p:nvPicPr>
            <p:cNvPr id="3" name="Picture 2">
              <a:extLst>
                <a:ext uri="{FF2B5EF4-FFF2-40B4-BE49-F238E27FC236}">
                  <a16:creationId xmlns:a16="http://schemas.microsoft.com/office/drawing/2014/main" id="{C11CDDA2-B63D-3841-6501-E9AD8B88FE58}"/>
                </a:ext>
              </a:extLst>
            </p:cNvPr>
            <p:cNvPicPr>
              <a:picLocks noChangeAspect="1"/>
            </p:cNvPicPr>
            <p:nvPr/>
          </p:nvPicPr>
          <p:blipFill rotWithShape="1">
            <a:blip r:embed="rId7">
              <a:extLst>
                <a:ext uri="{28A0092B-C50C-407E-A947-70E740481C1C}">
                  <a14:useLocalDpi xmlns:a14="http://schemas.microsoft.com/office/drawing/2010/main" val="0"/>
                </a:ext>
              </a:extLst>
            </a:blip>
            <a:srcRect l="8477"/>
            <a:stretch/>
          </p:blipFill>
          <p:spPr>
            <a:xfrm>
              <a:off x="231516" y="0"/>
              <a:ext cx="2703147" cy="2715773"/>
            </a:xfrm>
            <a:prstGeom prst="rect">
              <a:avLst/>
            </a:prstGeom>
          </p:spPr>
        </p:pic>
        <p:pic>
          <p:nvPicPr>
            <p:cNvPr id="16" name="Picture 15">
              <a:extLst>
                <a:ext uri="{FF2B5EF4-FFF2-40B4-BE49-F238E27FC236}">
                  <a16:creationId xmlns:a16="http://schemas.microsoft.com/office/drawing/2014/main" id="{ECC5DEA7-169B-E00C-42FB-4614AFB6D8C1}"/>
                </a:ext>
              </a:extLst>
            </p:cNvPr>
            <p:cNvPicPr>
              <a:picLocks noChangeAspect="1"/>
            </p:cNvPicPr>
            <p:nvPr/>
          </p:nvPicPr>
          <p:blipFill rotWithShape="1">
            <a:blip r:embed="rId8">
              <a:extLst>
                <a:ext uri="{28A0092B-C50C-407E-A947-70E740481C1C}">
                  <a14:useLocalDpi xmlns:a14="http://schemas.microsoft.com/office/drawing/2010/main" val="0"/>
                </a:ext>
              </a:extLst>
            </a:blip>
            <a:srcRect b="9506"/>
            <a:stretch/>
          </p:blipFill>
          <p:spPr>
            <a:xfrm>
              <a:off x="5358741" y="2451854"/>
              <a:ext cx="2953518" cy="2457604"/>
            </a:xfrm>
            <a:prstGeom prst="rect">
              <a:avLst/>
            </a:prstGeom>
          </p:spPr>
        </p:pic>
        <p:pic>
          <p:nvPicPr>
            <p:cNvPr id="12" name="Picture 11">
              <a:extLst>
                <a:ext uri="{FF2B5EF4-FFF2-40B4-BE49-F238E27FC236}">
                  <a16:creationId xmlns:a16="http://schemas.microsoft.com/office/drawing/2014/main" id="{7581367B-AC88-1DDF-FCFA-8C95D923F562}"/>
                </a:ext>
              </a:extLst>
            </p:cNvPr>
            <p:cNvPicPr>
              <a:picLocks noChangeAspect="1"/>
            </p:cNvPicPr>
            <p:nvPr/>
          </p:nvPicPr>
          <p:blipFill rotWithShape="1">
            <a:blip r:embed="rId9">
              <a:extLst>
                <a:ext uri="{28A0092B-C50C-407E-A947-70E740481C1C}">
                  <a14:useLocalDpi xmlns:a14="http://schemas.microsoft.com/office/drawing/2010/main" val="0"/>
                </a:ext>
              </a:extLst>
            </a:blip>
            <a:srcRect b="9506"/>
            <a:stretch/>
          </p:blipFill>
          <p:spPr>
            <a:xfrm>
              <a:off x="2668085" y="2451854"/>
              <a:ext cx="2953518" cy="2457604"/>
            </a:xfrm>
            <a:prstGeom prst="rect">
              <a:avLst/>
            </a:prstGeom>
          </p:spPr>
        </p:pic>
        <p:pic>
          <p:nvPicPr>
            <p:cNvPr id="9" name="Picture 8">
              <a:extLst>
                <a:ext uri="{FF2B5EF4-FFF2-40B4-BE49-F238E27FC236}">
                  <a16:creationId xmlns:a16="http://schemas.microsoft.com/office/drawing/2014/main" id="{A0BE80A4-059B-F2B4-60FD-348B45EE5BE0}"/>
                </a:ext>
              </a:extLst>
            </p:cNvPr>
            <p:cNvPicPr>
              <a:picLocks noChangeAspect="1"/>
            </p:cNvPicPr>
            <p:nvPr/>
          </p:nvPicPr>
          <p:blipFill rotWithShape="1">
            <a:blip r:embed="rId10">
              <a:extLst>
                <a:ext uri="{28A0092B-C50C-407E-A947-70E740481C1C}">
                  <a14:useLocalDpi xmlns:a14="http://schemas.microsoft.com/office/drawing/2010/main" val="0"/>
                </a:ext>
              </a:extLst>
            </a:blip>
            <a:srcRect l="8477" b="9506"/>
            <a:stretch/>
          </p:blipFill>
          <p:spPr>
            <a:xfrm>
              <a:off x="231516" y="2451854"/>
              <a:ext cx="2703148" cy="2457604"/>
            </a:xfrm>
            <a:prstGeom prst="rect">
              <a:avLst/>
            </a:prstGeom>
          </p:spPr>
        </p:pic>
        <p:pic>
          <p:nvPicPr>
            <p:cNvPr id="18" name="Picture 17">
              <a:extLst>
                <a:ext uri="{FF2B5EF4-FFF2-40B4-BE49-F238E27FC236}">
                  <a16:creationId xmlns:a16="http://schemas.microsoft.com/office/drawing/2014/main" id="{F58FEBAB-5EEA-07C3-CA6A-77E7817002B2}"/>
                </a:ext>
              </a:extLst>
            </p:cNvPr>
            <p:cNvPicPr>
              <a:picLocks noChangeAspect="1"/>
            </p:cNvPicPr>
            <p:nvPr/>
          </p:nvPicPr>
          <p:blipFill rotWithShape="1">
            <a:blip r:embed="rId11">
              <a:extLst>
                <a:ext uri="{28A0092B-C50C-407E-A947-70E740481C1C}">
                  <a14:useLocalDpi xmlns:a14="http://schemas.microsoft.com/office/drawing/2010/main" val="0"/>
                </a:ext>
              </a:extLst>
            </a:blip>
            <a:srcRect l="37765" t="54075" r="24657" b="40789"/>
            <a:stretch/>
          </p:blipFill>
          <p:spPr>
            <a:xfrm>
              <a:off x="3834322" y="4918885"/>
              <a:ext cx="1099552" cy="211277"/>
            </a:xfrm>
            <a:prstGeom prst="rect">
              <a:avLst/>
            </a:prstGeom>
          </p:spPr>
        </p:pic>
        <p:sp>
          <p:nvSpPr>
            <p:cNvPr id="23" name="TextBox 22">
              <a:extLst>
                <a:ext uri="{FF2B5EF4-FFF2-40B4-BE49-F238E27FC236}">
                  <a16:creationId xmlns:a16="http://schemas.microsoft.com/office/drawing/2014/main" id="{6DFBB7B4-CD51-DBB7-A242-542046806FDC}"/>
                </a:ext>
              </a:extLst>
            </p:cNvPr>
            <p:cNvSpPr txBox="1"/>
            <p:nvPr/>
          </p:nvSpPr>
          <p:spPr>
            <a:xfrm>
              <a:off x="3310217" y="64823"/>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0CF14F5A-D1F8-DA5C-3C6F-5751718C53FD}"/>
                </a:ext>
              </a:extLst>
            </p:cNvPr>
            <p:cNvSpPr txBox="1"/>
            <p:nvPr/>
          </p:nvSpPr>
          <p:spPr>
            <a:xfrm>
              <a:off x="628499" y="64823"/>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29" name="TextBox 28">
              <a:extLst>
                <a:ext uri="{FF2B5EF4-FFF2-40B4-BE49-F238E27FC236}">
                  <a16:creationId xmlns:a16="http://schemas.microsoft.com/office/drawing/2014/main" id="{396A1E5D-5847-263A-722F-A4AD37DC0A79}"/>
                </a:ext>
              </a:extLst>
            </p:cNvPr>
            <p:cNvSpPr txBox="1"/>
            <p:nvPr/>
          </p:nvSpPr>
          <p:spPr>
            <a:xfrm>
              <a:off x="5992429" y="72359"/>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5" name="TextBox 34">
              <a:extLst>
                <a:ext uri="{FF2B5EF4-FFF2-40B4-BE49-F238E27FC236}">
                  <a16:creationId xmlns:a16="http://schemas.microsoft.com/office/drawing/2014/main" id="{9D69DA7A-A521-A5F3-9F22-472E0BAACF53}"/>
                </a:ext>
              </a:extLst>
            </p:cNvPr>
            <p:cNvSpPr txBox="1"/>
            <p:nvPr/>
          </p:nvSpPr>
          <p:spPr>
            <a:xfrm>
              <a:off x="3310217" y="2518567"/>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6" name="TextBox 35">
              <a:extLst>
                <a:ext uri="{FF2B5EF4-FFF2-40B4-BE49-F238E27FC236}">
                  <a16:creationId xmlns:a16="http://schemas.microsoft.com/office/drawing/2014/main" id="{9B9D71AF-83F0-33A4-4BF2-CB93FF6382EA}"/>
                </a:ext>
              </a:extLst>
            </p:cNvPr>
            <p:cNvSpPr txBox="1"/>
            <p:nvPr/>
          </p:nvSpPr>
          <p:spPr>
            <a:xfrm>
              <a:off x="628499" y="2518567"/>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37" name="TextBox 36">
              <a:extLst>
                <a:ext uri="{FF2B5EF4-FFF2-40B4-BE49-F238E27FC236}">
                  <a16:creationId xmlns:a16="http://schemas.microsoft.com/office/drawing/2014/main" id="{9F90DB82-D3A7-F6CD-98C8-0BC9C933D989}"/>
                </a:ext>
              </a:extLst>
            </p:cNvPr>
            <p:cNvSpPr txBox="1"/>
            <p:nvPr/>
          </p:nvSpPr>
          <p:spPr>
            <a:xfrm>
              <a:off x="5992429" y="2526104"/>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grpSp>
        <p:nvGrpSpPr>
          <p:cNvPr id="56" name="Group 55">
            <a:extLst>
              <a:ext uri="{FF2B5EF4-FFF2-40B4-BE49-F238E27FC236}">
                <a16:creationId xmlns:a16="http://schemas.microsoft.com/office/drawing/2014/main" id="{43A207F7-46C1-085E-F0FA-660CCA1DA635}"/>
              </a:ext>
            </a:extLst>
          </p:cNvPr>
          <p:cNvGrpSpPr/>
          <p:nvPr/>
        </p:nvGrpSpPr>
        <p:grpSpPr>
          <a:xfrm>
            <a:off x="7524907" y="2"/>
            <a:ext cx="7231471" cy="4461286"/>
            <a:chOff x="0" y="-1"/>
            <a:chExt cx="8315679" cy="5130163"/>
          </a:xfrm>
        </p:grpSpPr>
        <p:pic>
          <p:nvPicPr>
            <p:cNvPr id="47" name="Picture 46">
              <a:extLst>
                <a:ext uri="{FF2B5EF4-FFF2-40B4-BE49-F238E27FC236}">
                  <a16:creationId xmlns:a16="http://schemas.microsoft.com/office/drawing/2014/main" id="{F6059A75-E431-7FC3-6063-D9C54122E95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353017" y="-1"/>
              <a:ext cx="2962662" cy="2724917"/>
            </a:xfrm>
            <a:prstGeom prst="rect">
              <a:avLst/>
            </a:prstGeom>
          </p:spPr>
        </p:pic>
        <p:pic>
          <p:nvPicPr>
            <p:cNvPr id="48" name="Picture 47">
              <a:extLst>
                <a:ext uri="{FF2B5EF4-FFF2-40B4-BE49-F238E27FC236}">
                  <a16:creationId xmlns:a16="http://schemas.microsoft.com/office/drawing/2014/main" id="{80C1FB0D-5555-7C42-B8CC-EAD374C3178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670933" y="0"/>
              <a:ext cx="2962662" cy="2724917"/>
            </a:xfrm>
            <a:prstGeom prst="rect">
              <a:avLst/>
            </a:prstGeom>
          </p:spPr>
        </p:pic>
        <p:pic>
          <p:nvPicPr>
            <p:cNvPr id="49" name="Picture 48">
              <a:extLst>
                <a:ext uri="{FF2B5EF4-FFF2-40B4-BE49-F238E27FC236}">
                  <a16:creationId xmlns:a16="http://schemas.microsoft.com/office/drawing/2014/main" id="{1C29DE27-3EDE-8F2D-8C97-176E92BB201C}"/>
                </a:ext>
              </a:extLst>
            </p:cNvPr>
            <p:cNvPicPr>
              <a:picLocks noChangeAspect="1"/>
            </p:cNvPicPr>
            <p:nvPr/>
          </p:nvPicPr>
          <p:blipFill rotWithShape="1">
            <a:blip r:embed="rId14">
              <a:extLst>
                <a:ext uri="{28A0092B-C50C-407E-A947-70E740481C1C}">
                  <a14:useLocalDpi xmlns:a14="http://schemas.microsoft.com/office/drawing/2010/main" val="0"/>
                </a:ext>
              </a:extLst>
            </a:blip>
            <a:srcRect l="8709"/>
            <a:stretch/>
          </p:blipFill>
          <p:spPr>
            <a:xfrm>
              <a:off x="246855" y="0"/>
              <a:ext cx="2704656" cy="2724917"/>
            </a:xfrm>
            <a:prstGeom prst="rect">
              <a:avLst/>
            </a:prstGeom>
          </p:spPr>
        </p:pic>
        <p:pic>
          <p:nvPicPr>
            <p:cNvPr id="50" name="Picture 49">
              <a:extLst>
                <a:ext uri="{FF2B5EF4-FFF2-40B4-BE49-F238E27FC236}">
                  <a16:creationId xmlns:a16="http://schemas.microsoft.com/office/drawing/2014/main" id="{F89AEFE1-F6B0-6288-79AA-1235D7FEE808}"/>
                </a:ext>
              </a:extLst>
            </p:cNvPr>
            <p:cNvPicPr>
              <a:picLocks noChangeAspect="1"/>
            </p:cNvPicPr>
            <p:nvPr/>
          </p:nvPicPr>
          <p:blipFill rotWithShape="1">
            <a:blip r:embed="rId15">
              <a:extLst>
                <a:ext uri="{28A0092B-C50C-407E-A947-70E740481C1C}">
                  <a14:useLocalDpi xmlns:a14="http://schemas.microsoft.com/office/drawing/2010/main" val="0"/>
                </a:ext>
              </a:extLst>
            </a:blip>
            <a:srcRect b="9464"/>
            <a:stretch/>
          </p:blipFill>
          <p:spPr>
            <a:xfrm>
              <a:off x="5353017" y="2441150"/>
              <a:ext cx="2962662" cy="2467032"/>
            </a:xfrm>
            <a:prstGeom prst="rect">
              <a:avLst/>
            </a:prstGeom>
          </p:spPr>
        </p:pic>
        <p:pic>
          <p:nvPicPr>
            <p:cNvPr id="51" name="Picture 50">
              <a:extLst>
                <a:ext uri="{FF2B5EF4-FFF2-40B4-BE49-F238E27FC236}">
                  <a16:creationId xmlns:a16="http://schemas.microsoft.com/office/drawing/2014/main" id="{2DA613CB-C58A-2F1F-3114-7E30E93BC667}"/>
                </a:ext>
              </a:extLst>
            </p:cNvPr>
            <p:cNvPicPr>
              <a:picLocks noChangeAspect="1"/>
            </p:cNvPicPr>
            <p:nvPr/>
          </p:nvPicPr>
          <p:blipFill rotWithShape="1">
            <a:blip r:embed="rId16">
              <a:extLst>
                <a:ext uri="{28A0092B-C50C-407E-A947-70E740481C1C}">
                  <a14:useLocalDpi xmlns:a14="http://schemas.microsoft.com/office/drawing/2010/main" val="0"/>
                </a:ext>
              </a:extLst>
            </a:blip>
            <a:srcRect b="9464"/>
            <a:stretch/>
          </p:blipFill>
          <p:spPr>
            <a:xfrm>
              <a:off x="2676841" y="2441148"/>
              <a:ext cx="2962662" cy="2467033"/>
            </a:xfrm>
            <a:prstGeom prst="rect">
              <a:avLst/>
            </a:prstGeom>
          </p:spPr>
        </p:pic>
        <p:pic>
          <p:nvPicPr>
            <p:cNvPr id="52" name="Picture 51">
              <a:extLst>
                <a:ext uri="{FF2B5EF4-FFF2-40B4-BE49-F238E27FC236}">
                  <a16:creationId xmlns:a16="http://schemas.microsoft.com/office/drawing/2014/main" id="{E4339F8C-DFB8-28A9-1555-27839CFDBEF8}"/>
                </a:ext>
              </a:extLst>
            </p:cNvPr>
            <p:cNvPicPr>
              <a:picLocks noChangeAspect="1"/>
            </p:cNvPicPr>
            <p:nvPr/>
          </p:nvPicPr>
          <p:blipFill rotWithShape="1">
            <a:blip r:embed="rId17">
              <a:extLst>
                <a:ext uri="{28A0092B-C50C-407E-A947-70E740481C1C}">
                  <a14:useLocalDpi xmlns:a14="http://schemas.microsoft.com/office/drawing/2010/main" val="0"/>
                </a:ext>
              </a:extLst>
            </a:blip>
            <a:srcRect l="8709" b="9464"/>
            <a:stretch/>
          </p:blipFill>
          <p:spPr>
            <a:xfrm>
              <a:off x="246855" y="2441148"/>
              <a:ext cx="2704656" cy="2467033"/>
            </a:xfrm>
            <a:prstGeom prst="rect">
              <a:avLst/>
            </a:prstGeom>
          </p:spPr>
        </p:pic>
        <p:pic>
          <p:nvPicPr>
            <p:cNvPr id="53" name="Picture 52">
              <a:extLst>
                <a:ext uri="{FF2B5EF4-FFF2-40B4-BE49-F238E27FC236}">
                  <a16:creationId xmlns:a16="http://schemas.microsoft.com/office/drawing/2014/main" id="{265CCD70-ACDD-B54D-C69B-196BC5B45817}"/>
                </a:ext>
              </a:extLst>
            </p:cNvPr>
            <p:cNvPicPr>
              <a:picLocks noChangeAspect="1"/>
            </p:cNvPicPr>
            <p:nvPr/>
          </p:nvPicPr>
          <p:blipFill rotWithShape="1">
            <a:blip r:embed="rId11">
              <a:extLst>
                <a:ext uri="{28A0092B-C50C-407E-A947-70E740481C1C}">
                  <a14:useLocalDpi xmlns:a14="http://schemas.microsoft.com/office/drawing/2010/main" val="0"/>
                </a:ext>
              </a:extLst>
            </a:blip>
            <a:srcRect l="37765" t="54075" r="24657" b="40789"/>
            <a:stretch/>
          </p:blipFill>
          <p:spPr>
            <a:xfrm>
              <a:off x="3834322" y="4918885"/>
              <a:ext cx="1099552" cy="211277"/>
            </a:xfrm>
            <a:prstGeom prst="rect">
              <a:avLst/>
            </a:prstGeom>
          </p:spPr>
        </p:pic>
        <p:sp>
          <p:nvSpPr>
            <p:cNvPr id="54" name="TextBox 53">
              <a:extLst>
                <a:ext uri="{FF2B5EF4-FFF2-40B4-BE49-F238E27FC236}">
                  <a16:creationId xmlns:a16="http://schemas.microsoft.com/office/drawing/2014/main" id="{A88276FB-1ED7-E00D-1239-4429B0BB4181}"/>
                </a:ext>
              </a:extLst>
            </p:cNvPr>
            <p:cNvSpPr txBox="1"/>
            <p:nvPr/>
          </p:nvSpPr>
          <p:spPr>
            <a:xfrm>
              <a:off x="3310217" y="64823"/>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5" name="TextBox 54">
              <a:extLst>
                <a:ext uri="{FF2B5EF4-FFF2-40B4-BE49-F238E27FC236}">
                  <a16:creationId xmlns:a16="http://schemas.microsoft.com/office/drawing/2014/main" id="{9009FE2C-824A-70F8-FA51-C72B2D2BAEDB}"/>
                </a:ext>
              </a:extLst>
            </p:cNvPr>
            <p:cNvSpPr txBox="1"/>
            <p:nvPr/>
          </p:nvSpPr>
          <p:spPr>
            <a:xfrm>
              <a:off x="628500" y="64823"/>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7" name="TextBox 56">
              <a:extLst>
                <a:ext uri="{FF2B5EF4-FFF2-40B4-BE49-F238E27FC236}">
                  <a16:creationId xmlns:a16="http://schemas.microsoft.com/office/drawing/2014/main" id="{BF87D845-9B6B-93DB-3ADC-0A8A16B65E08}"/>
                </a:ext>
              </a:extLst>
            </p:cNvPr>
            <p:cNvSpPr txBox="1"/>
            <p:nvPr/>
          </p:nvSpPr>
          <p:spPr>
            <a:xfrm>
              <a:off x="5992429" y="72359"/>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8" name="TextBox 57">
              <a:extLst>
                <a:ext uri="{FF2B5EF4-FFF2-40B4-BE49-F238E27FC236}">
                  <a16:creationId xmlns:a16="http://schemas.microsoft.com/office/drawing/2014/main" id="{D6FCC639-B3BE-1685-3164-89B385751C9D}"/>
                </a:ext>
              </a:extLst>
            </p:cNvPr>
            <p:cNvSpPr txBox="1"/>
            <p:nvPr/>
          </p:nvSpPr>
          <p:spPr>
            <a:xfrm>
              <a:off x="3310217" y="2518567"/>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59" name="TextBox 58">
              <a:extLst>
                <a:ext uri="{FF2B5EF4-FFF2-40B4-BE49-F238E27FC236}">
                  <a16:creationId xmlns:a16="http://schemas.microsoft.com/office/drawing/2014/main" id="{CC093500-0AE2-0C5C-0A7D-1C63EE5DFE2D}"/>
                </a:ext>
              </a:extLst>
            </p:cNvPr>
            <p:cNvSpPr txBox="1"/>
            <p:nvPr/>
          </p:nvSpPr>
          <p:spPr>
            <a:xfrm>
              <a:off x="628500" y="2518567"/>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60" name="TextBox 59">
              <a:extLst>
                <a:ext uri="{FF2B5EF4-FFF2-40B4-BE49-F238E27FC236}">
                  <a16:creationId xmlns:a16="http://schemas.microsoft.com/office/drawing/2014/main" id="{4699132B-55B5-7EFF-5FD4-911E820D672E}"/>
                </a:ext>
              </a:extLst>
            </p:cNvPr>
            <p:cNvSpPr txBox="1"/>
            <p:nvPr/>
          </p:nvSpPr>
          <p:spPr>
            <a:xfrm>
              <a:off x="5992429" y="2526104"/>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pic>
          <p:nvPicPr>
            <p:cNvPr id="61" name="Picture 60">
              <a:extLst>
                <a:ext uri="{FF2B5EF4-FFF2-40B4-BE49-F238E27FC236}">
                  <a16:creationId xmlns:a16="http://schemas.microsoft.com/office/drawing/2014/main" id="{30FD6BC1-B3A7-DAB5-C673-FC7EC9226943}"/>
                </a:ext>
              </a:extLst>
            </p:cNvPr>
            <p:cNvPicPr>
              <a:picLocks noChangeAspect="1"/>
            </p:cNvPicPr>
            <p:nvPr/>
          </p:nvPicPr>
          <p:blipFill rotWithShape="1">
            <a:blip r:embed="rId4">
              <a:extLst>
                <a:ext uri="{28A0092B-C50C-407E-A947-70E740481C1C}">
                  <a14:useLocalDpi xmlns:a14="http://schemas.microsoft.com/office/drawing/2010/main" val="0"/>
                </a:ext>
              </a:extLst>
            </a:blip>
            <a:srcRect l="7812" t="12374" r="82632" b="60612"/>
            <a:stretch/>
          </p:blipFill>
          <p:spPr>
            <a:xfrm>
              <a:off x="0" y="1896082"/>
              <a:ext cx="279633" cy="1111543"/>
            </a:xfrm>
            <a:prstGeom prst="rect">
              <a:avLst/>
            </a:prstGeom>
          </p:spPr>
        </p:pic>
      </p:grpSp>
      <p:grpSp>
        <p:nvGrpSpPr>
          <p:cNvPr id="82" name="Group 81">
            <a:extLst>
              <a:ext uri="{FF2B5EF4-FFF2-40B4-BE49-F238E27FC236}">
                <a16:creationId xmlns:a16="http://schemas.microsoft.com/office/drawing/2014/main" id="{00A4178E-4F54-6418-4164-EF5B6D1FFCEE}"/>
              </a:ext>
            </a:extLst>
          </p:cNvPr>
          <p:cNvGrpSpPr/>
          <p:nvPr/>
        </p:nvGrpSpPr>
        <p:grpSpPr>
          <a:xfrm>
            <a:off x="0" y="0"/>
            <a:ext cx="7228497" cy="4461288"/>
            <a:chOff x="6374" y="-2"/>
            <a:chExt cx="8312259" cy="5130165"/>
          </a:xfrm>
        </p:grpSpPr>
        <p:pic>
          <p:nvPicPr>
            <p:cNvPr id="67" name="Picture 66">
              <a:extLst>
                <a:ext uri="{FF2B5EF4-FFF2-40B4-BE49-F238E27FC236}">
                  <a16:creationId xmlns:a16="http://schemas.microsoft.com/office/drawing/2014/main" id="{EEBEA5B9-769D-7246-D1A0-A820BC82768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355971" y="0"/>
              <a:ext cx="2962662" cy="2724917"/>
            </a:xfrm>
            <a:prstGeom prst="rect">
              <a:avLst/>
            </a:prstGeom>
          </p:spPr>
        </p:pic>
        <p:pic>
          <p:nvPicPr>
            <p:cNvPr id="65" name="Picture 64">
              <a:extLst>
                <a:ext uri="{FF2B5EF4-FFF2-40B4-BE49-F238E27FC236}">
                  <a16:creationId xmlns:a16="http://schemas.microsoft.com/office/drawing/2014/main" id="{AB0FF2F2-758A-3066-A434-879710B2ABFF}"/>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678034" y="-2"/>
              <a:ext cx="2962662" cy="2724917"/>
            </a:xfrm>
            <a:prstGeom prst="rect">
              <a:avLst/>
            </a:prstGeom>
          </p:spPr>
        </p:pic>
        <p:pic>
          <p:nvPicPr>
            <p:cNvPr id="63" name="Picture 62">
              <a:extLst>
                <a:ext uri="{FF2B5EF4-FFF2-40B4-BE49-F238E27FC236}">
                  <a16:creationId xmlns:a16="http://schemas.microsoft.com/office/drawing/2014/main" id="{54FF8E60-70AB-E570-8F1C-8B0AFB7400CC}"/>
                </a:ext>
              </a:extLst>
            </p:cNvPr>
            <p:cNvPicPr>
              <a:picLocks noChangeAspect="1"/>
            </p:cNvPicPr>
            <p:nvPr/>
          </p:nvPicPr>
          <p:blipFill rotWithShape="1">
            <a:blip r:embed="rId20">
              <a:extLst>
                <a:ext uri="{28A0092B-C50C-407E-A947-70E740481C1C}">
                  <a14:useLocalDpi xmlns:a14="http://schemas.microsoft.com/office/drawing/2010/main" val="0"/>
                </a:ext>
              </a:extLst>
            </a:blip>
            <a:srcRect l="8164"/>
            <a:stretch/>
          </p:blipFill>
          <p:spPr>
            <a:xfrm>
              <a:off x="237889" y="-1"/>
              <a:ext cx="2720787" cy="2724917"/>
            </a:xfrm>
            <a:prstGeom prst="rect">
              <a:avLst/>
            </a:prstGeom>
          </p:spPr>
        </p:pic>
        <p:pic>
          <p:nvPicPr>
            <p:cNvPr id="73" name="Picture 72">
              <a:extLst>
                <a:ext uri="{FF2B5EF4-FFF2-40B4-BE49-F238E27FC236}">
                  <a16:creationId xmlns:a16="http://schemas.microsoft.com/office/drawing/2014/main" id="{A52DBEBF-C929-D449-B5BE-02065862960B}"/>
                </a:ext>
              </a:extLst>
            </p:cNvPr>
            <p:cNvPicPr>
              <a:picLocks noChangeAspect="1"/>
            </p:cNvPicPr>
            <p:nvPr/>
          </p:nvPicPr>
          <p:blipFill rotWithShape="1">
            <a:blip r:embed="rId21">
              <a:extLst>
                <a:ext uri="{28A0092B-C50C-407E-A947-70E740481C1C}">
                  <a14:useLocalDpi xmlns:a14="http://schemas.microsoft.com/office/drawing/2010/main" val="0"/>
                </a:ext>
              </a:extLst>
            </a:blip>
            <a:srcRect b="9464"/>
            <a:stretch/>
          </p:blipFill>
          <p:spPr>
            <a:xfrm>
              <a:off x="5342730" y="2448686"/>
              <a:ext cx="2962662" cy="2467032"/>
            </a:xfrm>
            <a:prstGeom prst="rect">
              <a:avLst/>
            </a:prstGeom>
          </p:spPr>
        </p:pic>
        <p:pic>
          <p:nvPicPr>
            <p:cNvPr id="71" name="Picture 70">
              <a:extLst>
                <a:ext uri="{FF2B5EF4-FFF2-40B4-BE49-F238E27FC236}">
                  <a16:creationId xmlns:a16="http://schemas.microsoft.com/office/drawing/2014/main" id="{A8C6682B-5734-63EA-FF25-DFF0F6D23B14}"/>
                </a:ext>
              </a:extLst>
            </p:cNvPr>
            <p:cNvPicPr>
              <a:picLocks noChangeAspect="1"/>
            </p:cNvPicPr>
            <p:nvPr/>
          </p:nvPicPr>
          <p:blipFill rotWithShape="1">
            <a:blip r:embed="rId22">
              <a:extLst>
                <a:ext uri="{28A0092B-C50C-407E-A947-70E740481C1C}">
                  <a14:useLocalDpi xmlns:a14="http://schemas.microsoft.com/office/drawing/2010/main" val="0"/>
                </a:ext>
              </a:extLst>
            </a:blip>
            <a:srcRect b="9464"/>
            <a:stretch/>
          </p:blipFill>
          <p:spPr>
            <a:xfrm>
              <a:off x="2666554" y="2441149"/>
              <a:ext cx="2962662" cy="2467033"/>
            </a:xfrm>
            <a:prstGeom prst="rect">
              <a:avLst/>
            </a:prstGeom>
          </p:spPr>
        </p:pic>
        <p:pic>
          <p:nvPicPr>
            <p:cNvPr id="69" name="Picture 68">
              <a:extLst>
                <a:ext uri="{FF2B5EF4-FFF2-40B4-BE49-F238E27FC236}">
                  <a16:creationId xmlns:a16="http://schemas.microsoft.com/office/drawing/2014/main" id="{2CBA2CF2-478E-2920-2A6F-79BB207B516A}"/>
                </a:ext>
              </a:extLst>
            </p:cNvPr>
            <p:cNvPicPr>
              <a:picLocks noChangeAspect="1"/>
            </p:cNvPicPr>
            <p:nvPr/>
          </p:nvPicPr>
          <p:blipFill rotWithShape="1">
            <a:blip r:embed="rId23">
              <a:extLst>
                <a:ext uri="{28A0092B-C50C-407E-A947-70E740481C1C}">
                  <a14:useLocalDpi xmlns:a14="http://schemas.microsoft.com/office/drawing/2010/main" val="0"/>
                </a:ext>
              </a:extLst>
            </a:blip>
            <a:srcRect l="8759" b="9071"/>
            <a:stretch/>
          </p:blipFill>
          <p:spPr>
            <a:xfrm>
              <a:off x="252985" y="2441149"/>
              <a:ext cx="2703148" cy="2477737"/>
            </a:xfrm>
            <a:prstGeom prst="rect">
              <a:avLst/>
            </a:prstGeom>
          </p:spPr>
        </p:pic>
        <p:pic>
          <p:nvPicPr>
            <p:cNvPr id="74" name="Picture 73">
              <a:extLst>
                <a:ext uri="{FF2B5EF4-FFF2-40B4-BE49-F238E27FC236}">
                  <a16:creationId xmlns:a16="http://schemas.microsoft.com/office/drawing/2014/main" id="{39395373-2CFA-6A2C-1E76-56A47EAEDCFC}"/>
                </a:ext>
              </a:extLst>
            </p:cNvPr>
            <p:cNvPicPr>
              <a:picLocks noChangeAspect="1"/>
            </p:cNvPicPr>
            <p:nvPr/>
          </p:nvPicPr>
          <p:blipFill rotWithShape="1">
            <a:blip r:embed="rId4">
              <a:extLst>
                <a:ext uri="{28A0092B-C50C-407E-A947-70E740481C1C}">
                  <a14:useLocalDpi xmlns:a14="http://schemas.microsoft.com/office/drawing/2010/main" val="0"/>
                </a:ext>
              </a:extLst>
            </a:blip>
            <a:srcRect l="7812" t="12374" r="82632" b="60612"/>
            <a:stretch/>
          </p:blipFill>
          <p:spPr>
            <a:xfrm>
              <a:off x="6374" y="1885377"/>
              <a:ext cx="279633" cy="1111543"/>
            </a:xfrm>
            <a:prstGeom prst="rect">
              <a:avLst/>
            </a:prstGeom>
          </p:spPr>
        </p:pic>
        <p:pic>
          <p:nvPicPr>
            <p:cNvPr id="75" name="Picture 74">
              <a:extLst>
                <a:ext uri="{FF2B5EF4-FFF2-40B4-BE49-F238E27FC236}">
                  <a16:creationId xmlns:a16="http://schemas.microsoft.com/office/drawing/2014/main" id="{D6FCD641-0820-F33E-BBEB-9A848D81673A}"/>
                </a:ext>
              </a:extLst>
            </p:cNvPr>
            <p:cNvPicPr>
              <a:picLocks noChangeAspect="1"/>
            </p:cNvPicPr>
            <p:nvPr/>
          </p:nvPicPr>
          <p:blipFill rotWithShape="1">
            <a:blip r:embed="rId11">
              <a:extLst>
                <a:ext uri="{28A0092B-C50C-407E-A947-70E740481C1C}">
                  <a14:useLocalDpi xmlns:a14="http://schemas.microsoft.com/office/drawing/2010/main" val="0"/>
                </a:ext>
              </a:extLst>
            </a:blip>
            <a:srcRect l="37765" t="54075" r="24657" b="40789"/>
            <a:stretch/>
          </p:blipFill>
          <p:spPr>
            <a:xfrm>
              <a:off x="3840696" y="4918886"/>
              <a:ext cx="1099552" cy="211277"/>
            </a:xfrm>
            <a:prstGeom prst="rect">
              <a:avLst/>
            </a:prstGeom>
          </p:spPr>
        </p:pic>
        <p:sp>
          <p:nvSpPr>
            <p:cNvPr id="76" name="TextBox 75">
              <a:extLst>
                <a:ext uri="{FF2B5EF4-FFF2-40B4-BE49-F238E27FC236}">
                  <a16:creationId xmlns:a16="http://schemas.microsoft.com/office/drawing/2014/main" id="{AC479B13-A2B4-D496-91EC-E7978DBC8EB9}"/>
                </a:ext>
              </a:extLst>
            </p:cNvPr>
            <p:cNvSpPr txBox="1"/>
            <p:nvPr/>
          </p:nvSpPr>
          <p:spPr>
            <a:xfrm>
              <a:off x="3312577" y="66350"/>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(b)</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77" name="TextBox 76">
              <a:extLst>
                <a:ext uri="{FF2B5EF4-FFF2-40B4-BE49-F238E27FC236}">
                  <a16:creationId xmlns:a16="http://schemas.microsoft.com/office/drawing/2014/main" id="{978FA26C-3707-B131-A20E-F2636AD40F98}"/>
                </a:ext>
              </a:extLst>
            </p:cNvPr>
            <p:cNvSpPr txBox="1"/>
            <p:nvPr/>
          </p:nvSpPr>
          <p:spPr>
            <a:xfrm>
              <a:off x="630858" y="66350"/>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(a)</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78" name="TextBox 77">
              <a:extLst>
                <a:ext uri="{FF2B5EF4-FFF2-40B4-BE49-F238E27FC236}">
                  <a16:creationId xmlns:a16="http://schemas.microsoft.com/office/drawing/2014/main" id="{B79D89B8-8912-1A2C-6F5C-F79A76AF692D}"/>
                </a:ext>
              </a:extLst>
            </p:cNvPr>
            <p:cNvSpPr txBox="1"/>
            <p:nvPr/>
          </p:nvSpPr>
          <p:spPr>
            <a:xfrm>
              <a:off x="5994788" y="73887"/>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(c)</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79" name="TextBox 78">
              <a:extLst>
                <a:ext uri="{FF2B5EF4-FFF2-40B4-BE49-F238E27FC236}">
                  <a16:creationId xmlns:a16="http://schemas.microsoft.com/office/drawing/2014/main" id="{0D28CCA3-80C6-616A-20D2-E7F89A660A15}"/>
                </a:ext>
              </a:extLst>
            </p:cNvPr>
            <p:cNvSpPr txBox="1"/>
            <p:nvPr/>
          </p:nvSpPr>
          <p:spPr>
            <a:xfrm>
              <a:off x="3312577" y="2520094"/>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(e)</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80" name="TextBox 79">
              <a:extLst>
                <a:ext uri="{FF2B5EF4-FFF2-40B4-BE49-F238E27FC236}">
                  <a16:creationId xmlns:a16="http://schemas.microsoft.com/office/drawing/2014/main" id="{4B7AE1A3-C41A-1275-92AF-7D69BA1C1AC1}"/>
                </a:ext>
              </a:extLst>
            </p:cNvPr>
            <p:cNvSpPr txBox="1"/>
            <p:nvPr/>
          </p:nvSpPr>
          <p:spPr>
            <a:xfrm>
              <a:off x="630858" y="2520094"/>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(d)</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sp>
          <p:nvSpPr>
            <p:cNvPr id="81" name="TextBox 80">
              <a:extLst>
                <a:ext uri="{FF2B5EF4-FFF2-40B4-BE49-F238E27FC236}">
                  <a16:creationId xmlns:a16="http://schemas.microsoft.com/office/drawing/2014/main" id="{2EB4975D-8154-06E7-CD45-51EA5CA4AF79}"/>
                </a:ext>
              </a:extLst>
            </p:cNvPr>
            <p:cNvSpPr txBox="1"/>
            <p:nvPr/>
          </p:nvSpPr>
          <p:spPr>
            <a:xfrm>
              <a:off x="5994788" y="2527631"/>
              <a:ext cx="475887" cy="321552"/>
            </a:xfrm>
            <a:prstGeom prst="rect">
              <a:avLst/>
            </a:prstGeom>
            <a:noFill/>
          </p:spPr>
          <p:txBody>
            <a:bodyPr wrap="square" rtlCol="0">
              <a:spAutoFit/>
            </a:bodyPr>
            <a:lstStyle/>
            <a:p>
              <a:r>
                <a:rPr lang="en-AU" sz="1217" b="1" dirty="0">
                  <a:solidFill>
                    <a:schemeClr val="bg2"/>
                  </a:solidFill>
                  <a:latin typeface="+mj-lt"/>
                  <a:ea typeface="Sans Serif Collection" panose="020B0502040504020204" pitchFamily="34" charset="0"/>
                  <a:cs typeface="Sans Serif Collection" panose="020B0502040504020204" pitchFamily="34" charset="0"/>
                </a:rPr>
                <a:t>(f)</a:t>
              </a:r>
              <a:endParaRPr lang="en-GB" sz="1217" b="1" dirty="0">
                <a:solidFill>
                  <a:schemeClr val="bg2"/>
                </a:solidFill>
                <a:latin typeface="+mj-lt"/>
                <a:ea typeface="Sans Serif Collection" panose="020B0502040504020204" pitchFamily="34" charset="0"/>
                <a:cs typeface="Sans Serif Collection" panose="020B0502040504020204" pitchFamily="34" charset="0"/>
              </a:endParaRPr>
            </a:p>
          </p:txBody>
        </p:sp>
      </p:grpSp>
    </p:spTree>
    <p:custDataLst>
      <p:tags r:id="rId1"/>
    </p:custDataLst>
    <p:extLst>
      <p:ext uri="{BB962C8B-B14F-4D97-AF65-F5344CB8AC3E}">
        <p14:creationId xmlns:p14="http://schemas.microsoft.com/office/powerpoint/2010/main" val="1212817254"/>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6" name="Slide Number Placeholder 2">
            <a:extLst>
              <a:ext uri="{FF2B5EF4-FFF2-40B4-BE49-F238E27FC236}">
                <a16:creationId xmlns:a16="http://schemas.microsoft.com/office/drawing/2014/main" id="{685659C9-62A1-0C40-1053-23687D7BA6A0}"/>
              </a:ext>
            </a:extLst>
          </p:cNvPr>
          <p:cNvSpPr>
            <a:spLocks noGrp="1"/>
          </p:cNvSpPr>
          <p:nvPr>
            <p:ph type="sldNum" sz="quarter" idx="12"/>
          </p:nvPr>
        </p:nvSpPr>
        <p:spPr>
          <a:xfrm>
            <a:off x="3941297" y="13438593"/>
            <a:ext cx="378013" cy="113404"/>
          </a:xfrm>
        </p:spPr>
        <p:txBody>
          <a:bodyPr/>
          <a:lstStyle/>
          <a:p>
            <a:pPr defTabSz="480079">
              <a:defRPr/>
            </a:pPr>
            <a:fld id="{10A01DC5-1685-4615-8240-15192985C6A2}" type="slidenum">
              <a:rPr lang="en-AU">
                <a:solidFill>
                  <a:prstClr val="black"/>
                </a:solidFill>
                <a:latin typeface="Public Sans Light"/>
                <a:cs typeface="Arial" charset="0"/>
              </a:rPr>
              <a:pPr defTabSz="480079">
                <a:defRPr/>
              </a:pPr>
              <a:t>12</a:t>
            </a:fld>
            <a:endParaRPr lang="en-AU" dirty="0">
              <a:solidFill>
                <a:prstClr val="black"/>
              </a:solidFill>
              <a:latin typeface="Public Sans Light"/>
              <a:cs typeface="Arial" charset="0"/>
            </a:endParaRP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B7B06155-2B7E-E2EF-9A9D-498644C06604}"/>
                  </a:ext>
                </a:extLst>
              </p:cNvPr>
              <p:cNvSpPr txBox="1"/>
              <p:nvPr/>
            </p:nvSpPr>
            <p:spPr>
              <a:xfrm>
                <a:off x="10424059" y="11272374"/>
                <a:ext cx="2778549" cy="674287"/>
              </a:xfrm>
              <a:prstGeom prst="rect">
                <a:avLst/>
              </a:prstGeom>
              <a:noFill/>
            </p:spPr>
            <p:txBody>
              <a:bodyPr wrap="square">
                <a:spAutoFit/>
              </a:bodyPr>
              <a:lstStyle/>
              <a:p>
                <a:pPr defTabSz="480079">
                  <a:defRPr/>
                </a:pPr>
                <a14:m>
                  <m:oMath xmlns:m="http://schemas.openxmlformats.org/officeDocument/2006/math">
                    <m:r>
                      <a:rPr lang="en-AU" sz="1891" i="1">
                        <a:solidFill>
                          <a:prstClr val="black"/>
                        </a:solidFill>
                        <a:latin typeface="Cambria Math" panose="02040503050406030204" pitchFamily="18" charset="0"/>
                      </a:rPr>
                      <m:t>𝑛</m:t>
                    </m:r>
                  </m:oMath>
                </a14:m>
                <a:r>
                  <a:rPr lang="en-AU" sz="1891" i="1" dirty="0">
                    <a:solidFill>
                      <a:prstClr val="black"/>
                    </a:solidFill>
                    <a:latin typeface="Cambria Math" panose="02040503050406030204" pitchFamily="18" charset="0"/>
                    <a:cs typeface="Arial" charset="0"/>
                  </a:rPr>
                  <a:t> </a:t>
                </a:r>
                <a:r>
                  <a:rPr lang="en-AU" sz="1891" dirty="0">
                    <a:solidFill>
                      <a:prstClr val="black"/>
                    </a:solidFill>
                    <a:latin typeface="Public Sans Light"/>
                    <a:cs typeface="Arial" charset="0"/>
                  </a:rPr>
                  <a:t>= number of samples</a:t>
                </a:r>
              </a:p>
              <a:p>
                <a:pPr defTabSz="480079">
                  <a:defRPr/>
                </a:pPr>
                <a14:m>
                  <m:oMath xmlns:m="http://schemas.openxmlformats.org/officeDocument/2006/math">
                    <m:r>
                      <a:rPr lang="en-AU" sz="1891" i="1">
                        <a:solidFill>
                          <a:prstClr val="black"/>
                        </a:solidFill>
                        <a:latin typeface="Cambria Math" panose="02040503050406030204" pitchFamily="18" charset="0"/>
                      </a:rPr>
                      <m:t>𝑚</m:t>
                    </m:r>
                  </m:oMath>
                </a14:m>
                <a:r>
                  <a:rPr lang="en-AU" sz="1891" dirty="0">
                    <a:solidFill>
                      <a:prstClr val="black"/>
                    </a:solidFill>
                    <a:latin typeface="Public Sans Light"/>
                    <a:cs typeface="Arial" charset="0"/>
                  </a:rPr>
                  <a:t> = number of features</a:t>
                </a:r>
              </a:p>
            </p:txBody>
          </p:sp>
        </mc:Choice>
        <mc:Fallback xmlns="">
          <p:sp>
            <p:nvSpPr>
              <p:cNvPr id="75" name="TextBox 74">
                <a:extLst>
                  <a:ext uri="{FF2B5EF4-FFF2-40B4-BE49-F238E27FC236}">
                    <a16:creationId xmlns:a16="http://schemas.microsoft.com/office/drawing/2014/main" id="{B7B06155-2B7E-E2EF-9A9D-498644C06604}"/>
                  </a:ext>
                </a:extLst>
              </p:cNvPr>
              <p:cNvSpPr txBox="1">
                <a:spLocks noRot="1" noChangeAspect="1" noMove="1" noResize="1" noEditPoints="1" noAdjustHandles="1" noChangeArrowheads="1" noChangeShapeType="1" noTextEdit="1"/>
              </p:cNvSpPr>
              <p:nvPr/>
            </p:nvSpPr>
            <p:spPr>
              <a:xfrm>
                <a:off x="10424059" y="11272374"/>
                <a:ext cx="2778549" cy="674287"/>
              </a:xfrm>
              <a:prstGeom prst="rect">
                <a:avLst/>
              </a:prstGeom>
              <a:blipFill>
                <a:blip r:embed="rId4"/>
                <a:stretch>
                  <a:fillRect t="-4505" b="-1351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E1E1419E-1427-9EB0-77A1-9129A4FAF9BF}"/>
                  </a:ext>
                </a:extLst>
              </p:cNvPr>
              <p:cNvSpPr txBox="1"/>
              <p:nvPr/>
            </p:nvSpPr>
            <p:spPr>
              <a:xfrm>
                <a:off x="10424061" y="10622230"/>
                <a:ext cx="2778549" cy="383310"/>
              </a:xfrm>
              <a:prstGeom prst="rect">
                <a:avLst/>
              </a:prstGeom>
              <a:noFill/>
            </p:spPr>
            <p:txBody>
              <a:bodyPr wrap="square" rtlCol="0">
                <a:spAutoFit/>
              </a:bodyPr>
              <a:lstStyle/>
              <a:p>
                <a:pPr defTabSz="480079">
                  <a:defRPr/>
                </a:pPr>
                <a14:m>
                  <m:oMathPara xmlns:m="http://schemas.openxmlformats.org/officeDocument/2006/math">
                    <m:oMathParaPr>
                      <m:jc m:val="left"/>
                    </m:oMathParaPr>
                    <m:oMath xmlns:m="http://schemas.openxmlformats.org/officeDocument/2006/math">
                      <m:r>
                        <a:rPr lang="en-AU" sz="1891" i="1">
                          <a:solidFill>
                            <a:prstClr val="black"/>
                          </a:solidFill>
                          <a:latin typeface="Cambria Math" panose="02040503050406030204" pitchFamily="18" charset="0"/>
                        </a:rPr>
                        <m:t>𝑋</m:t>
                      </m:r>
                      <m:r>
                        <a:rPr lang="en-AU" sz="1891" i="1">
                          <a:solidFill>
                            <a:prstClr val="black"/>
                          </a:solidFill>
                          <a:latin typeface="Cambria Math" panose="02040503050406030204" pitchFamily="18" charset="0"/>
                          <a:ea typeface="Cambria Math" panose="02040503050406030204" pitchFamily="18" charset="0"/>
                        </a:rPr>
                        <m:t>∈</m:t>
                      </m:r>
                      <m:sSup>
                        <m:sSupPr>
                          <m:ctrlPr>
                            <a:rPr lang="en-AU" sz="1891" i="1">
                              <a:solidFill>
                                <a:prstClr val="black"/>
                              </a:solidFill>
                              <a:latin typeface="Cambria Math" panose="02040503050406030204" pitchFamily="18" charset="0"/>
                              <a:ea typeface="Cambria Math" panose="02040503050406030204" pitchFamily="18" charset="0"/>
                            </a:rPr>
                          </m:ctrlPr>
                        </m:sSupPr>
                        <m:e>
                          <m:r>
                            <a:rPr lang="en-AU" sz="1891" i="1">
                              <a:solidFill>
                                <a:prstClr val="black"/>
                              </a:solidFill>
                              <a:latin typeface="Cambria Math" panose="02040503050406030204" pitchFamily="18" charset="0"/>
                              <a:ea typeface="Cambria Math" panose="02040503050406030204" pitchFamily="18" charset="0"/>
                            </a:rPr>
                            <m:t>ℝ</m:t>
                          </m:r>
                        </m:e>
                        <m:sup>
                          <m:r>
                            <a:rPr lang="en-AU" sz="1891" i="1">
                              <a:solidFill>
                                <a:prstClr val="black"/>
                              </a:solidFill>
                              <a:latin typeface="Cambria Math" panose="02040503050406030204" pitchFamily="18" charset="0"/>
                              <a:ea typeface="Cambria Math" panose="02040503050406030204" pitchFamily="18" charset="0"/>
                            </a:rPr>
                            <m:t>𝑛</m:t>
                          </m:r>
                          <m:r>
                            <a:rPr lang="en-AU" sz="1891" i="1">
                              <a:solidFill>
                                <a:prstClr val="black"/>
                              </a:solidFill>
                              <a:latin typeface="Cambria Math" panose="02040503050406030204" pitchFamily="18" charset="0"/>
                              <a:ea typeface="Cambria Math" panose="02040503050406030204" pitchFamily="18" charset="0"/>
                            </a:rPr>
                            <m:t>×</m:t>
                          </m:r>
                          <m:r>
                            <a:rPr lang="en-AU" sz="1891" i="1">
                              <a:solidFill>
                                <a:prstClr val="black"/>
                              </a:solidFill>
                              <a:latin typeface="Cambria Math" panose="02040503050406030204" pitchFamily="18" charset="0"/>
                              <a:ea typeface="Cambria Math" panose="02040503050406030204" pitchFamily="18" charset="0"/>
                            </a:rPr>
                            <m:t>𝑚</m:t>
                          </m:r>
                        </m:sup>
                      </m:sSup>
                    </m:oMath>
                  </m:oMathPara>
                </a14:m>
                <a:endParaRPr lang="en-GB" sz="1891" dirty="0">
                  <a:solidFill>
                    <a:prstClr val="black"/>
                  </a:solidFill>
                  <a:latin typeface="Public Sans Light"/>
                  <a:cs typeface="Arial" charset="0"/>
                </a:endParaRPr>
              </a:p>
            </p:txBody>
          </p:sp>
        </mc:Choice>
        <mc:Fallback xmlns="">
          <p:sp>
            <p:nvSpPr>
              <p:cNvPr id="77" name="TextBox 76">
                <a:extLst>
                  <a:ext uri="{FF2B5EF4-FFF2-40B4-BE49-F238E27FC236}">
                    <a16:creationId xmlns:a16="http://schemas.microsoft.com/office/drawing/2014/main" id="{E1E1419E-1427-9EB0-77A1-9129A4FAF9BF}"/>
                  </a:ext>
                </a:extLst>
              </p:cNvPr>
              <p:cNvSpPr txBox="1">
                <a:spLocks noRot="1" noChangeAspect="1" noMove="1" noResize="1" noEditPoints="1" noAdjustHandles="1" noChangeArrowheads="1" noChangeShapeType="1" noTextEdit="1"/>
              </p:cNvSpPr>
              <p:nvPr/>
            </p:nvSpPr>
            <p:spPr>
              <a:xfrm>
                <a:off x="10424061" y="10622230"/>
                <a:ext cx="2778549" cy="383310"/>
              </a:xfrm>
              <a:prstGeom prst="rect">
                <a:avLst/>
              </a:prstGeom>
              <a:blipFill>
                <a:blip r:embed="rId5"/>
                <a:stretch>
                  <a:fillRect/>
                </a:stretch>
              </a:blipFill>
            </p:spPr>
            <p:txBody>
              <a:bodyPr/>
              <a:lstStyle/>
              <a:p>
                <a:r>
                  <a:rPr lang="en-GB">
                    <a:noFill/>
                  </a:rPr>
                  <a:t> </a:t>
                </a:r>
              </a:p>
            </p:txBody>
          </p:sp>
        </mc:Fallback>
      </mc:AlternateContent>
      <p:grpSp>
        <p:nvGrpSpPr>
          <p:cNvPr id="5" name="Group 4">
            <a:extLst>
              <a:ext uri="{FF2B5EF4-FFF2-40B4-BE49-F238E27FC236}">
                <a16:creationId xmlns:a16="http://schemas.microsoft.com/office/drawing/2014/main" id="{9E7C1C25-48F7-C125-0D0A-713299758E82}"/>
              </a:ext>
            </a:extLst>
          </p:cNvPr>
          <p:cNvGrpSpPr/>
          <p:nvPr/>
        </p:nvGrpSpPr>
        <p:grpSpPr>
          <a:xfrm>
            <a:off x="6761640" y="9792364"/>
            <a:ext cx="2928569" cy="2717635"/>
            <a:chOff x="3009945" y="1441514"/>
            <a:chExt cx="2789022" cy="2588139"/>
          </a:xfrm>
        </p:grpSpPr>
        <p:sp>
          <p:nvSpPr>
            <p:cNvPr id="23" name="Oval 22">
              <a:extLst>
                <a:ext uri="{FF2B5EF4-FFF2-40B4-BE49-F238E27FC236}">
                  <a16:creationId xmlns:a16="http://schemas.microsoft.com/office/drawing/2014/main" id="{BBDB4CDD-963B-C116-416F-6D8D9DF63F8C}"/>
                </a:ext>
              </a:extLst>
            </p:cNvPr>
            <p:cNvSpPr/>
            <p:nvPr/>
          </p:nvSpPr>
          <p:spPr>
            <a:xfrm>
              <a:off x="3129582" y="3124730"/>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27" name="Oval 26">
              <a:extLst>
                <a:ext uri="{FF2B5EF4-FFF2-40B4-BE49-F238E27FC236}">
                  <a16:creationId xmlns:a16="http://schemas.microsoft.com/office/drawing/2014/main" id="{AE1894C8-3F41-4AC5-349A-5BB2EBA40DCA}"/>
                </a:ext>
              </a:extLst>
            </p:cNvPr>
            <p:cNvSpPr/>
            <p:nvPr/>
          </p:nvSpPr>
          <p:spPr>
            <a:xfrm>
              <a:off x="3285763" y="355401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39" name="Oval 38">
              <a:extLst>
                <a:ext uri="{FF2B5EF4-FFF2-40B4-BE49-F238E27FC236}">
                  <a16:creationId xmlns:a16="http://schemas.microsoft.com/office/drawing/2014/main" id="{D7757EE5-9825-D3ED-7E4F-40760CC66A3E}"/>
                </a:ext>
              </a:extLst>
            </p:cNvPr>
            <p:cNvSpPr/>
            <p:nvPr/>
          </p:nvSpPr>
          <p:spPr>
            <a:xfrm>
              <a:off x="4868622" y="36971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dirty="0">
                <a:solidFill>
                  <a:prstClr val="white"/>
                </a:solidFill>
                <a:latin typeface="Public Sans Light"/>
              </a:endParaRPr>
            </a:p>
          </p:txBody>
        </p:sp>
        <p:sp>
          <p:nvSpPr>
            <p:cNvPr id="42" name="Oval 41">
              <a:extLst>
                <a:ext uri="{FF2B5EF4-FFF2-40B4-BE49-F238E27FC236}">
                  <a16:creationId xmlns:a16="http://schemas.microsoft.com/office/drawing/2014/main" id="{EA955163-13CE-89F2-3926-A54403609920}"/>
                </a:ext>
              </a:extLst>
            </p:cNvPr>
            <p:cNvSpPr/>
            <p:nvPr/>
          </p:nvSpPr>
          <p:spPr>
            <a:xfrm>
              <a:off x="3807715" y="3887103"/>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45" name="Oval 44">
              <a:extLst>
                <a:ext uri="{FF2B5EF4-FFF2-40B4-BE49-F238E27FC236}">
                  <a16:creationId xmlns:a16="http://schemas.microsoft.com/office/drawing/2014/main" id="{12BB8CF1-85C4-BC4C-71FE-A45FE0B5FC1A}"/>
                </a:ext>
              </a:extLst>
            </p:cNvPr>
            <p:cNvSpPr/>
            <p:nvPr/>
          </p:nvSpPr>
          <p:spPr>
            <a:xfrm>
              <a:off x="3009945" y="272321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47" name="Oval 46">
              <a:extLst>
                <a:ext uri="{FF2B5EF4-FFF2-40B4-BE49-F238E27FC236}">
                  <a16:creationId xmlns:a16="http://schemas.microsoft.com/office/drawing/2014/main" id="{18AF8419-D3D5-C9A4-5249-94A1FD3B6F76}"/>
                </a:ext>
              </a:extLst>
            </p:cNvPr>
            <p:cNvSpPr/>
            <p:nvPr/>
          </p:nvSpPr>
          <p:spPr>
            <a:xfrm>
              <a:off x="4344479" y="390230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48" name="Oval 47">
              <a:extLst>
                <a:ext uri="{FF2B5EF4-FFF2-40B4-BE49-F238E27FC236}">
                  <a16:creationId xmlns:a16="http://schemas.microsoft.com/office/drawing/2014/main" id="{CE1A3A0B-29B6-AAC2-63A6-11A8DAE14137}"/>
                </a:ext>
              </a:extLst>
            </p:cNvPr>
            <p:cNvSpPr/>
            <p:nvPr/>
          </p:nvSpPr>
          <p:spPr>
            <a:xfrm>
              <a:off x="5454202" y="301314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52" name="Oval 51">
              <a:extLst>
                <a:ext uri="{FF2B5EF4-FFF2-40B4-BE49-F238E27FC236}">
                  <a16:creationId xmlns:a16="http://schemas.microsoft.com/office/drawing/2014/main" id="{148D30C9-4D7E-2424-B0E2-A4C2760620E4}"/>
                </a:ext>
              </a:extLst>
            </p:cNvPr>
            <p:cNvSpPr/>
            <p:nvPr/>
          </p:nvSpPr>
          <p:spPr>
            <a:xfrm>
              <a:off x="5499880" y="215780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55" name="Oval 54">
              <a:extLst>
                <a:ext uri="{FF2B5EF4-FFF2-40B4-BE49-F238E27FC236}">
                  <a16:creationId xmlns:a16="http://schemas.microsoft.com/office/drawing/2014/main" id="{543C9535-50DA-FED1-4D78-119FEF0EC363}"/>
                </a:ext>
              </a:extLst>
            </p:cNvPr>
            <p:cNvSpPr/>
            <p:nvPr/>
          </p:nvSpPr>
          <p:spPr>
            <a:xfrm>
              <a:off x="4093302" y="144151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58" name="Oval 57">
              <a:extLst>
                <a:ext uri="{FF2B5EF4-FFF2-40B4-BE49-F238E27FC236}">
                  <a16:creationId xmlns:a16="http://schemas.microsoft.com/office/drawing/2014/main" id="{786656CE-9E9E-2D03-5FB9-36DAFA8EC760}"/>
                </a:ext>
              </a:extLst>
            </p:cNvPr>
            <p:cNvSpPr/>
            <p:nvPr/>
          </p:nvSpPr>
          <p:spPr>
            <a:xfrm>
              <a:off x="4917674" y="1568863"/>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63" name="Oval 62">
              <a:extLst>
                <a:ext uri="{FF2B5EF4-FFF2-40B4-BE49-F238E27FC236}">
                  <a16:creationId xmlns:a16="http://schemas.microsoft.com/office/drawing/2014/main" id="{56E744D4-38AD-6F43-8B62-3F1754588AF8}"/>
                </a:ext>
              </a:extLst>
            </p:cNvPr>
            <p:cNvSpPr/>
            <p:nvPr/>
          </p:nvSpPr>
          <p:spPr>
            <a:xfrm>
              <a:off x="3544953" y="1689489"/>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66" name="Oval 65">
              <a:extLst>
                <a:ext uri="{FF2B5EF4-FFF2-40B4-BE49-F238E27FC236}">
                  <a16:creationId xmlns:a16="http://schemas.microsoft.com/office/drawing/2014/main" id="{6CF8E143-E37C-C162-DBA3-314558B7A8C0}"/>
                </a:ext>
              </a:extLst>
            </p:cNvPr>
            <p:cNvSpPr/>
            <p:nvPr/>
          </p:nvSpPr>
          <p:spPr>
            <a:xfrm>
              <a:off x="5677320" y="265292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68" name="Oval 67">
              <a:extLst>
                <a:ext uri="{FF2B5EF4-FFF2-40B4-BE49-F238E27FC236}">
                  <a16:creationId xmlns:a16="http://schemas.microsoft.com/office/drawing/2014/main" id="{8FD10176-D79D-563A-62CB-B7BF287C0972}"/>
                </a:ext>
              </a:extLst>
            </p:cNvPr>
            <p:cNvSpPr/>
            <p:nvPr/>
          </p:nvSpPr>
          <p:spPr>
            <a:xfrm>
              <a:off x="3134767" y="2038335"/>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69" name="Oval 68">
              <a:extLst>
                <a:ext uri="{FF2B5EF4-FFF2-40B4-BE49-F238E27FC236}">
                  <a16:creationId xmlns:a16="http://schemas.microsoft.com/office/drawing/2014/main" id="{200D92F8-DF1B-68B8-2E69-ECA6B9DCBA0A}"/>
                </a:ext>
              </a:extLst>
            </p:cNvPr>
            <p:cNvSpPr/>
            <p:nvPr/>
          </p:nvSpPr>
          <p:spPr>
            <a:xfrm>
              <a:off x="4040692" y="17474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0" name="Oval 69">
              <a:extLst>
                <a:ext uri="{FF2B5EF4-FFF2-40B4-BE49-F238E27FC236}">
                  <a16:creationId xmlns:a16="http://schemas.microsoft.com/office/drawing/2014/main" id="{290348FE-FABD-34DD-D8EE-4F4CB6900036}"/>
                </a:ext>
              </a:extLst>
            </p:cNvPr>
            <p:cNvSpPr/>
            <p:nvPr/>
          </p:nvSpPr>
          <p:spPr>
            <a:xfrm>
              <a:off x="4969826" y="215527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1" name="Oval 70">
              <a:extLst>
                <a:ext uri="{FF2B5EF4-FFF2-40B4-BE49-F238E27FC236}">
                  <a16:creationId xmlns:a16="http://schemas.microsoft.com/office/drawing/2014/main" id="{25FAC2E7-16D5-9AF6-63FD-98D49E06F85A}"/>
                </a:ext>
              </a:extLst>
            </p:cNvPr>
            <p:cNvSpPr/>
            <p:nvPr/>
          </p:nvSpPr>
          <p:spPr>
            <a:xfrm>
              <a:off x="3431494" y="327100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2" name="Oval 71">
              <a:extLst>
                <a:ext uri="{FF2B5EF4-FFF2-40B4-BE49-F238E27FC236}">
                  <a16:creationId xmlns:a16="http://schemas.microsoft.com/office/drawing/2014/main" id="{9D0060E5-80EA-5A7E-4B09-D3AB51DDA965}"/>
                </a:ext>
              </a:extLst>
            </p:cNvPr>
            <p:cNvSpPr/>
            <p:nvPr/>
          </p:nvSpPr>
          <p:spPr>
            <a:xfrm>
              <a:off x="3624974" y="23502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3" name="Oval 72">
              <a:extLst>
                <a:ext uri="{FF2B5EF4-FFF2-40B4-BE49-F238E27FC236}">
                  <a16:creationId xmlns:a16="http://schemas.microsoft.com/office/drawing/2014/main" id="{4AD012A0-2A38-84D5-92DB-A1F24234E176}"/>
                </a:ext>
              </a:extLst>
            </p:cNvPr>
            <p:cNvSpPr/>
            <p:nvPr/>
          </p:nvSpPr>
          <p:spPr>
            <a:xfrm>
              <a:off x="4511176" y="184482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4" name="Oval 73">
              <a:extLst>
                <a:ext uri="{FF2B5EF4-FFF2-40B4-BE49-F238E27FC236}">
                  <a16:creationId xmlns:a16="http://schemas.microsoft.com/office/drawing/2014/main" id="{5AA2711C-7E9D-B1F4-1484-A278FAF7A17F}"/>
                </a:ext>
              </a:extLst>
            </p:cNvPr>
            <p:cNvSpPr/>
            <p:nvPr/>
          </p:nvSpPr>
          <p:spPr>
            <a:xfrm>
              <a:off x="4473383" y="257045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6" name="Oval 75">
              <a:extLst>
                <a:ext uri="{FF2B5EF4-FFF2-40B4-BE49-F238E27FC236}">
                  <a16:creationId xmlns:a16="http://schemas.microsoft.com/office/drawing/2014/main" id="{0E6A3D32-95EE-56BB-6B9C-154CD4858609}"/>
                </a:ext>
              </a:extLst>
            </p:cNvPr>
            <p:cNvSpPr/>
            <p:nvPr/>
          </p:nvSpPr>
          <p:spPr>
            <a:xfrm>
              <a:off x="4743441" y="300913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8" name="Oval 77">
              <a:extLst>
                <a:ext uri="{FF2B5EF4-FFF2-40B4-BE49-F238E27FC236}">
                  <a16:creationId xmlns:a16="http://schemas.microsoft.com/office/drawing/2014/main" id="{1E64EBC5-F1B0-991A-C32D-C98C31B73387}"/>
                </a:ext>
              </a:extLst>
            </p:cNvPr>
            <p:cNvSpPr/>
            <p:nvPr/>
          </p:nvSpPr>
          <p:spPr>
            <a:xfrm>
              <a:off x="3585442" y="287308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79" name="Oval 78">
              <a:extLst>
                <a:ext uri="{FF2B5EF4-FFF2-40B4-BE49-F238E27FC236}">
                  <a16:creationId xmlns:a16="http://schemas.microsoft.com/office/drawing/2014/main" id="{FD2FE866-EC0C-F2D6-CDB7-056DC578D631}"/>
                </a:ext>
              </a:extLst>
            </p:cNvPr>
            <p:cNvSpPr/>
            <p:nvPr/>
          </p:nvSpPr>
          <p:spPr>
            <a:xfrm>
              <a:off x="4359157" y="337820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0" name="Oval 79">
              <a:extLst>
                <a:ext uri="{FF2B5EF4-FFF2-40B4-BE49-F238E27FC236}">
                  <a16:creationId xmlns:a16="http://schemas.microsoft.com/office/drawing/2014/main" id="{C14DA0DF-4589-CE66-EBDE-BA203C348049}"/>
                </a:ext>
              </a:extLst>
            </p:cNvPr>
            <p:cNvSpPr/>
            <p:nvPr/>
          </p:nvSpPr>
          <p:spPr>
            <a:xfrm>
              <a:off x="3959986" y="328179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1" name="Oval 80">
              <a:extLst>
                <a:ext uri="{FF2B5EF4-FFF2-40B4-BE49-F238E27FC236}">
                  <a16:creationId xmlns:a16="http://schemas.microsoft.com/office/drawing/2014/main" id="{82797FCA-3F26-4316-FA4F-864B502CE686}"/>
                </a:ext>
              </a:extLst>
            </p:cNvPr>
            <p:cNvSpPr/>
            <p:nvPr/>
          </p:nvSpPr>
          <p:spPr>
            <a:xfrm>
              <a:off x="3572223" y="311754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2" name="Oval 81">
              <a:extLst>
                <a:ext uri="{FF2B5EF4-FFF2-40B4-BE49-F238E27FC236}">
                  <a16:creationId xmlns:a16="http://schemas.microsoft.com/office/drawing/2014/main" id="{E4E0FCFB-A674-7069-2653-4F427119A21A}"/>
                </a:ext>
              </a:extLst>
            </p:cNvPr>
            <p:cNvSpPr/>
            <p:nvPr/>
          </p:nvSpPr>
          <p:spPr>
            <a:xfrm>
              <a:off x="3982195" y="304739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3" name="Oval 82">
              <a:extLst>
                <a:ext uri="{FF2B5EF4-FFF2-40B4-BE49-F238E27FC236}">
                  <a16:creationId xmlns:a16="http://schemas.microsoft.com/office/drawing/2014/main" id="{E354B554-B2C7-99D0-7540-BCA9E75ADACE}"/>
                </a:ext>
              </a:extLst>
            </p:cNvPr>
            <p:cNvSpPr/>
            <p:nvPr/>
          </p:nvSpPr>
          <p:spPr>
            <a:xfrm>
              <a:off x="5036047" y="2358530"/>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4" name="Oval 83">
              <a:extLst>
                <a:ext uri="{FF2B5EF4-FFF2-40B4-BE49-F238E27FC236}">
                  <a16:creationId xmlns:a16="http://schemas.microsoft.com/office/drawing/2014/main" id="{0FDC489A-A46E-7993-169F-A06B34317FE3}"/>
                </a:ext>
              </a:extLst>
            </p:cNvPr>
            <p:cNvSpPr/>
            <p:nvPr/>
          </p:nvSpPr>
          <p:spPr>
            <a:xfrm>
              <a:off x="5494381" y="268754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5" name="Oval 84">
              <a:extLst>
                <a:ext uri="{FF2B5EF4-FFF2-40B4-BE49-F238E27FC236}">
                  <a16:creationId xmlns:a16="http://schemas.microsoft.com/office/drawing/2014/main" id="{615F5606-5345-315E-39D0-53D9A2A377B2}"/>
                </a:ext>
              </a:extLst>
            </p:cNvPr>
            <p:cNvSpPr/>
            <p:nvPr/>
          </p:nvSpPr>
          <p:spPr>
            <a:xfrm>
              <a:off x="3841346" y="2172335"/>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6" name="Oval 85">
              <a:extLst>
                <a:ext uri="{FF2B5EF4-FFF2-40B4-BE49-F238E27FC236}">
                  <a16:creationId xmlns:a16="http://schemas.microsoft.com/office/drawing/2014/main" id="{5EC4B571-1432-9584-B0C5-EDBD3E649701}"/>
                </a:ext>
              </a:extLst>
            </p:cNvPr>
            <p:cNvSpPr/>
            <p:nvPr/>
          </p:nvSpPr>
          <p:spPr>
            <a:xfrm>
              <a:off x="3484060" y="201745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7" name="Oval 86">
              <a:extLst>
                <a:ext uri="{FF2B5EF4-FFF2-40B4-BE49-F238E27FC236}">
                  <a16:creationId xmlns:a16="http://schemas.microsoft.com/office/drawing/2014/main" id="{635713CD-CAEA-B8C4-AA85-9A1CD7009070}"/>
                </a:ext>
              </a:extLst>
            </p:cNvPr>
            <p:cNvSpPr/>
            <p:nvPr/>
          </p:nvSpPr>
          <p:spPr>
            <a:xfrm>
              <a:off x="3248716" y="25850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8" name="Oval 87">
              <a:extLst>
                <a:ext uri="{FF2B5EF4-FFF2-40B4-BE49-F238E27FC236}">
                  <a16:creationId xmlns:a16="http://schemas.microsoft.com/office/drawing/2014/main" id="{72690853-9492-11E1-167D-C354427F215B}"/>
                </a:ext>
              </a:extLst>
            </p:cNvPr>
            <p:cNvSpPr/>
            <p:nvPr/>
          </p:nvSpPr>
          <p:spPr>
            <a:xfrm>
              <a:off x="4095305" y="351740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89" name="Oval 88">
              <a:extLst>
                <a:ext uri="{FF2B5EF4-FFF2-40B4-BE49-F238E27FC236}">
                  <a16:creationId xmlns:a16="http://schemas.microsoft.com/office/drawing/2014/main" id="{458A7A88-E835-C803-0F66-BC520A28412F}"/>
                </a:ext>
              </a:extLst>
            </p:cNvPr>
            <p:cNvSpPr/>
            <p:nvPr/>
          </p:nvSpPr>
          <p:spPr>
            <a:xfrm>
              <a:off x="4069731" y="233440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0" name="Oval 89">
              <a:extLst>
                <a:ext uri="{FF2B5EF4-FFF2-40B4-BE49-F238E27FC236}">
                  <a16:creationId xmlns:a16="http://schemas.microsoft.com/office/drawing/2014/main" id="{815157E7-E2CF-310C-8CA9-0984361C586D}"/>
                </a:ext>
              </a:extLst>
            </p:cNvPr>
            <p:cNvSpPr/>
            <p:nvPr/>
          </p:nvSpPr>
          <p:spPr>
            <a:xfrm>
              <a:off x="4938004" y="28480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1" name="Oval 90">
              <a:extLst>
                <a:ext uri="{FF2B5EF4-FFF2-40B4-BE49-F238E27FC236}">
                  <a16:creationId xmlns:a16="http://schemas.microsoft.com/office/drawing/2014/main" id="{A45BE1FA-9A2B-4E41-8EBA-77A4161DEE3E}"/>
                </a:ext>
              </a:extLst>
            </p:cNvPr>
            <p:cNvSpPr/>
            <p:nvPr/>
          </p:nvSpPr>
          <p:spPr>
            <a:xfrm>
              <a:off x="4633204" y="355078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2" name="Oval 91">
              <a:extLst>
                <a:ext uri="{FF2B5EF4-FFF2-40B4-BE49-F238E27FC236}">
                  <a16:creationId xmlns:a16="http://schemas.microsoft.com/office/drawing/2014/main" id="{16BD2ABA-315F-234F-9D37-2FE6890AC317}"/>
                </a:ext>
              </a:extLst>
            </p:cNvPr>
            <p:cNvSpPr/>
            <p:nvPr/>
          </p:nvSpPr>
          <p:spPr>
            <a:xfrm>
              <a:off x="3912672" y="265496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3" name="Oval 92">
              <a:extLst>
                <a:ext uri="{FF2B5EF4-FFF2-40B4-BE49-F238E27FC236}">
                  <a16:creationId xmlns:a16="http://schemas.microsoft.com/office/drawing/2014/main" id="{46793A45-0AED-553D-E6F7-939FC8DBC180}"/>
                </a:ext>
              </a:extLst>
            </p:cNvPr>
            <p:cNvSpPr/>
            <p:nvPr/>
          </p:nvSpPr>
          <p:spPr>
            <a:xfrm>
              <a:off x="3759197" y="356251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4" name="Oval 93">
              <a:extLst>
                <a:ext uri="{FF2B5EF4-FFF2-40B4-BE49-F238E27FC236}">
                  <a16:creationId xmlns:a16="http://schemas.microsoft.com/office/drawing/2014/main" id="{0B86585C-99F3-6A29-208E-789663951D9C}"/>
                </a:ext>
              </a:extLst>
            </p:cNvPr>
            <p:cNvSpPr/>
            <p:nvPr/>
          </p:nvSpPr>
          <p:spPr>
            <a:xfrm>
              <a:off x="4449262" y="289027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5" name="Oval 94">
              <a:extLst>
                <a:ext uri="{FF2B5EF4-FFF2-40B4-BE49-F238E27FC236}">
                  <a16:creationId xmlns:a16="http://schemas.microsoft.com/office/drawing/2014/main" id="{7EBCE8DA-0E73-7F78-C956-82E4023C1435}"/>
                </a:ext>
              </a:extLst>
            </p:cNvPr>
            <p:cNvSpPr/>
            <p:nvPr/>
          </p:nvSpPr>
          <p:spPr>
            <a:xfrm>
              <a:off x="4806241" y="183191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6" name="Oval 95">
              <a:extLst>
                <a:ext uri="{FF2B5EF4-FFF2-40B4-BE49-F238E27FC236}">
                  <a16:creationId xmlns:a16="http://schemas.microsoft.com/office/drawing/2014/main" id="{5FF248ED-8702-ABA0-0043-8ED61BA8FF63}"/>
                </a:ext>
              </a:extLst>
            </p:cNvPr>
            <p:cNvSpPr/>
            <p:nvPr/>
          </p:nvSpPr>
          <p:spPr>
            <a:xfrm>
              <a:off x="5277766" y="252137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7" name="Oval 96">
              <a:extLst>
                <a:ext uri="{FF2B5EF4-FFF2-40B4-BE49-F238E27FC236}">
                  <a16:creationId xmlns:a16="http://schemas.microsoft.com/office/drawing/2014/main" id="{788FD31A-F95F-DFE1-BE1E-3819A8DCD24E}"/>
                </a:ext>
              </a:extLst>
            </p:cNvPr>
            <p:cNvSpPr/>
            <p:nvPr/>
          </p:nvSpPr>
          <p:spPr>
            <a:xfrm>
              <a:off x="3904377" y="1927430"/>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8" name="Oval 97">
              <a:extLst>
                <a:ext uri="{FF2B5EF4-FFF2-40B4-BE49-F238E27FC236}">
                  <a16:creationId xmlns:a16="http://schemas.microsoft.com/office/drawing/2014/main" id="{618D00E0-181B-3670-BCC1-576A266B701A}"/>
                </a:ext>
              </a:extLst>
            </p:cNvPr>
            <p:cNvSpPr/>
            <p:nvPr/>
          </p:nvSpPr>
          <p:spPr>
            <a:xfrm>
              <a:off x="4250302" y="3058443"/>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99" name="Oval 98">
              <a:extLst>
                <a:ext uri="{FF2B5EF4-FFF2-40B4-BE49-F238E27FC236}">
                  <a16:creationId xmlns:a16="http://schemas.microsoft.com/office/drawing/2014/main" id="{9A2CC019-ABBD-A771-7D0B-242F9CC032F3}"/>
                </a:ext>
              </a:extLst>
            </p:cNvPr>
            <p:cNvSpPr/>
            <p:nvPr/>
          </p:nvSpPr>
          <p:spPr>
            <a:xfrm>
              <a:off x="4328404" y="22384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0" name="Oval 99">
              <a:extLst>
                <a:ext uri="{FF2B5EF4-FFF2-40B4-BE49-F238E27FC236}">
                  <a16:creationId xmlns:a16="http://schemas.microsoft.com/office/drawing/2014/main" id="{15F781BB-5657-26E2-9D9D-7B72A44941ED}"/>
                </a:ext>
              </a:extLst>
            </p:cNvPr>
            <p:cNvSpPr/>
            <p:nvPr/>
          </p:nvSpPr>
          <p:spPr>
            <a:xfrm>
              <a:off x="4176004" y="20860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1" name="Oval 100">
              <a:extLst>
                <a:ext uri="{FF2B5EF4-FFF2-40B4-BE49-F238E27FC236}">
                  <a16:creationId xmlns:a16="http://schemas.microsoft.com/office/drawing/2014/main" id="{5750570E-BC5A-B8DD-BEC1-ABB400E4D5A3}"/>
                </a:ext>
              </a:extLst>
            </p:cNvPr>
            <p:cNvSpPr/>
            <p:nvPr/>
          </p:nvSpPr>
          <p:spPr>
            <a:xfrm>
              <a:off x="4743441" y="246213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2" name="Oval 101">
              <a:extLst>
                <a:ext uri="{FF2B5EF4-FFF2-40B4-BE49-F238E27FC236}">
                  <a16:creationId xmlns:a16="http://schemas.microsoft.com/office/drawing/2014/main" id="{50C8FA53-BA8E-A609-183D-BAD99C406110}"/>
                </a:ext>
              </a:extLst>
            </p:cNvPr>
            <p:cNvSpPr/>
            <p:nvPr/>
          </p:nvSpPr>
          <p:spPr>
            <a:xfrm>
              <a:off x="4672749" y="216568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3" name="Oval 102">
              <a:extLst>
                <a:ext uri="{FF2B5EF4-FFF2-40B4-BE49-F238E27FC236}">
                  <a16:creationId xmlns:a16="http://schemas.microsoft.com/office/drawing/2014/main" id="{D4960521-1F6B-273A-5230-0014BFFD38ED}"/>
                </a:ext>
              </a:extLst>
            </p:cNvPr>
            <p:cNvSpPr/>
            <p:nvPr/>
          </p:nvSpPr>
          <p:spPr>
            <a:xfrm>
              <a:off x="4231194" y="1701185"/>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4" name="Oval 103">
              <a:extLst>
                <a:ext uri="{FF2B5EF4-FFF2-40B4-BE49-F238E27FC236}">
                  <a16:creationId xmlns:a16="http://schemas.microsoft.com/office/drawing/2014/main" id="{B4EEEB10-F906-BC3F-0F58-8ABCFAE4ADBE}"/>
                </a:ext>
              </a:extLst>
            </p:cNvPr>
            <p:cNvSpPr/>
            <p:nvPr/>
          </p:nvSpPr>
          <p:spPr>
            <a:xfrm>
              <a:off x="5232275" y="301314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5" name="Oval 104">
              <a:extLst>
                <a:ext uri="{FF2B5EF4-FFF2-40B4-BE49-F238E27FC236}">
                  <a16:creationId xmlns:a16="http://schemas.microsoft.com/office/drawing/2014/main" id="{35881F35-3C31-AB28-F23D-71AE3E4A664A}"/>
                </a:ext>
              </a:extLst>
            </p:cNvPr>
            <p:cNvSpPr/>
            <p:nvPr/>
          </p:nvSpPr>
          <p:spPr>
            <a:xfrm>
              <a:off x="4901240" y="319964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6" name="Oval 105">
              <a:extLst>
                <a:ext uri="{FF2B5EF4-FFF2-40B4-BE49-F238E27FC236}">
                  <a16:creationId xmlns:a16="http://schemas.microsoft.com/office/drawing/2014/main" id="{FA36C079-86C6-B21F-ACDB-BF65E026146C}"/>
                </a:ext>
              </a:extLst>
            </p:cNvPr>
            <p:cNvSpPr/>
            <p:nvPr/>
          </p:nvSpPr>
          <p:spPr>
            <a:xfrm>
              <a:off x="4690031" y="318531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7" name="Oval 106">
              <a:extLst>
                <a:ext uri="{FF2B5EF4-FFF2-40B4-BE49-F238E27FC236}">
                  <a16:creationId xmlns:a16="http://schemas.microsoft.com/office/drawing/2014/main" id="{C3F5A2E2-C60F-311F-4897-AFC723AEBC67}"/>
                </a:ext>
              </a:extLst>
            </p:cNvPr>
            <p:cNvSpPr/>
            <p:nvPr/>
          </p:nvSpPr>
          <p:spPr>
            <a:xfrm>
              <a:off x="3823310" y="234080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sp>
          <p:nvSpPr>
            <p:cNvPr id="108" name="Oval 107">
              <a:extLst>
                <a:ext uri="{FF2B5EF4-FFF2-40B4-BE49-F238E27FC236}">
                  <a16:creationId xmlns:a16="http://schemas.microsoft.com/office/drawing/2014/main" id="{13DDB92B-CDE3-1A82-D632-09307FCCC481}"/>
                </a:ext>
              </a:extLst>
            </p:cNvPr>
            <p:cNvSpPr/>
            <p:nvPr/>
          </p:nvSpPr>
          <p:spPr>
            <a:xfrm>
              <a:off x="4069731" y="28188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prstClr val="white"/>
                </a:solidFill>
                <a:latin typeface="Public Sans Light"/>
              </a:endParaRPr>
            </a:p>
          </p:txBody>
        </p:sp>
      </p:grpSp>
      <p:sp>
        <p:nvSpPr>
          <p:cNvPr id="4" name="TextBox 3">
            <a:extLst>
              <a:ext uri="{FF2B5EF4-FFF2-40B4-BE49-F238E27FC236}">
                <a16:creationId xmlns:a16="http://schemas.microsoft.com/office/drawing/2014/main" id="{DFDA6968-E7DB-0059-EDEC-475316328D8D}"/>
              </a:ext>
            </a:extLst>
          </p:cNvPr>
          <p:cNvSpPr txBox="1"/>
          <p:nvPr/>
        </p:nvSpPr>
        <p:spPr>
          <a:xfrm>
            <a:off x="3601090" y="8618560"/>
            <a:ext cx="9601516" cy="674031"/>
          </a:xfrm>
          <a:prstGeom prst="rect">
            <a:avLst/>
          </a:prstGeom>
          <a:noFill/>
        </p:spPr>
        <p:txBody>
          <a:bodyPr wrap="square" rtlCol="0" anchor="ctr">
            <a:spAutoFit/>
          </a:bodyPr>
          <a:lstStyle/>
          <a:p>
            <a:pPr algn="ctr" defTabSz="960158">
              <a:defRPr/>
            </a:pPr>
            <a:r>
              <a:rPr lang="en-US" sz="3780" kern="0" dirty="0">
                <a:solidFill>
                  <a:srgbClr val="212121"/>
                </a:solidFill>
                <a:latin typeface="Calibri" panose="020F0502020204030204"/>
                <a:cs typeface="Arial" charset="0"/>
              </a:rPr>
              <a:t>Iterative Archetypal Analysis</a:t>
            </a:r>
          </a:p>
        </p:txBody>
      </p:sp>
    </p:spTree>
    <p:custDataLst>
      <p:tags r:id="rId1"/>
    </p:custDataLst>
    <p:extLst>
      <p:ext uri="{BB962C8B-B14F-4D97-AF65-F5344CB8AC3E}">
        <p14:creationId xmlns:p14="http://schemas.microsoft.com/office/powerpoint/2010/main" val="3465943423"/>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F3EF78E-C757-7C76-F941-6D3D37985512}"/>
                  </a:ext>
                </a:extLst>
              </p:cNvPr>
              <p:cNvSpPr txBox="1"/>
              <p:nvPr/>
            </p:nvSpPr>
            <p:spPr>
              <a:xfrm>
                <a:off x="13940144" y="10626619"/>
                <a:ext cx="2778549" cy="1256241"/>
              </a:xfrm>
              <a:prstGeom prst="rect">
                <a:avLst/>
              </a:prstGeom>
              <a:noFill/>
            </p:spPr>
            <p:txBody>
              <a:bodyPr wrap="square">
                <a:spAutoFit/>
              </a:bodyPr>
              <a:lstStyle/>
              <a:p>
                <a:pPr defTabSz="480079">
                  <a:defRPr/>
                </a:pPr>
                <a14:m>
                  <m:oMath xmlns:m="http://schemas.openxmlformats.org/officeDocument/2006/math">
                    <m:r>
                      <a:rPr lang="en-AU" sz="1891" i="1">
                        <a:solidFill>
                          <a:srgbClr val="212121"/>
                        </a:solidFill>
                        <a:latin typeface="Cambria Math" panose="02040503050406030204" pitchFamily="18" charset="0"/>
                      </a:rPr>
                      <m:t>𝑛</m:t>
                    </m:r>
                  </m:oMath>
                </a14:m>
                <a:r>
                  <a:rPr lang="en-AU" sz="1891" i="1" dirty="0">
                    <a:solidFill>
                      <a:srgbClr val="212121"/>
                    </a:solidFill>
                    <a:latin typeface="Calibri" panose="020F0502020204030204" pitchFamily="34" charset="0"/>
                    <a:ea typeface="Calibri" panose="020F0502020204030204" pitchFamily="34" charset="0"/>
                    <a:cs typeface="Calibri" panose="020F0502020204030204" pitchFamily="34" charset="0"/>
                  </a:rPr>
                  <a:t> </a:t>
                </a:r>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number of instances</a:t>
                </a:r>
              </a:p>
              <a:p>
                <a:pPr defTabSz="480079">
                  <a:defRPr/>
                </a:pPr>
                <a14:m>
                  <m:oMath xmlns:m="http://schemas.openxmlformats.org/officeDocument/2006/math">
                    <m:r>
                      <a:rPr lang="en-AU" sz="1891" i="1">
                        <a:solidFill>
                          <a:srgbClr val="212121"/>
                        </a:solidFill>
                        <a:latin typeface="Cambria Math" panose="02040503050406030204" pitchFamily="18" charset="0"/>
                      </a:rPr>
                      <m:t>𝑚</m:t>
                    </m:r>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features</a:t>
                </a:r>
              </a:p>
              <a:p>
                <a:pPr defTabSz="480079">
                  <a:defRPr/>
                </a:pPr>
                <a14:m>
                  <m:oMath xmlns:m="http://schemas.openxmlformats.org/officeDocument/2006/math">
                    <m:r>
                      <a:rPr lang="en-AU" sz="1891" i="1">
                        <a:solidFill>
                          <a:srgbClr val="212121"/>
                        </a:solidFill>
                        <a:latin typeface="Cambria Math" panose="02040503050406030204" pitchFamily="18" charset="0"/>
                      </a:rPr>
                      <m:t>𝑘</m:t>
                    </m:r>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subsets</a:t>
                </a:r>
              </a:p>
              <a:p>
                <a:pPr defTabSz="480079">
                  <a:defRPr/>
                </a:pPr>
                <a14:m>
                  <m:oMath xmlns:m="http://schemas.openxmlformats.org/officeDocument/2006/math">
                    <m:r>
                      <a:rPr lang="en-AU" sz="1891" i="1">
                        <a:solidFill>
                          <a:srgbClr val="212121"/>
                        </a:solidFill>
                        <a:latin typeface="Cambria Math" panose="02040503050406030204" pitchFamily="18" charset="0"/>
                      </a:rPr>
                      <m:t>𝑝</m:t>
                    </m:r>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archetypes</a:t>
                </a:r>
              </a:p>
            </p:txBody>
          </p:sp>
        </mc:Choice>
        <mc:Fallback xmlns="">
          <p:sp>
            <p:nvSpPr>
              <p:cNvPr id="82" name="TextBox 81">
                <a:extLst>
                  <a:ext uri="{FF2B5EF4-FFF2-40B4-BE49-F238E27FC236}">
                    <a16:creationId xmlns:a16="http://schemas.microsoft.com/office/drawing/2014/main" id="{0F3EF78E-C757-7C76-F941-6D3D37985512}"/>
                  </a:ext>
                </a:extLst>
              </p:cNvPr>
              <p:cNvSpPr txBox="1">
                <a:spLocks noRot="1" noChangeAspect="1" noMove="1" noResize="1" noEditPoints="1" noAdjustHandles="1" noChangeArrowheads="1" noChangeShapeType="1" noTextEdit="1"/>
              </p:cNvSpPr>
              <p:nvPr/>
            </p:nvSpPr>
            <p:spPr>
              <a:xfrm>
                <a:off x="13940144" y="10626619"/>
                <a:ext cx="2778549" cy="1256241"/>
              </a:xfrm>
              <a:prstGeom prst="rect">
                <a:avLst/>
              </a:prstGeom>
              <a:blipFill>
                <a:blip r:embed="rId4"/>
                <a:stretch>
                  <a:fillRect t="-2427" b="-7282"/>
                </a:stretch>
              </a:blipFill>
            </p:spPr>
            <p:txBody>
              <a:bodyPr/>
              <a:lstStyle/>
              <a:p>
                <a:r>
                  <a:rPr lang="en-GB">
                    <a:noFill/>
                  </a:rPr>
                  <a:t> </a:t>
                </a:r>
              </a:p>
            </p:txBody>
          </p:sp>
        </mc:Fallback>
      </mc:AlternateContent>
      <p:grpSp>
        <p:nvGrpSpPr>
          <p:cNvPr id="5" name="Group 4">
            <a:extLst>
              <a:ext uri="{FF2B5EF4-FFF2-40B4-BE49-F238E27FC236}">
                <a16:creationId xmlns:a16="http://schemas.microsoft.com/office/drawing/2014/main" id="{F898C324-B16B-5359-A8F4-E59E8D61666D}"/>
              </a:ext>
            </a:extLst>
          </p:cNvPr>
          <p:cNvGrpSpPr/>
          <p:nvPr/>
        </p:nvGrpSpPr>
        <p:grpSpPr>
          <a:xfrm>
            <a:off x="6761640" y="9708798"/>
            <a:ext cx="6034646" cy="2927813"/>
            <a:chOff x="6761640" y="9708798"/>
            <a:chExt cx="6034646" cy="2927813"/>
          </a:xfrm>
        </p:grpSpPr>
        <p:sp>
          <p:nvSpPr>
            <p:cNvPr id="76" name="Pentagon 2">
              <a:extLst>
                <a:ext uri="{FF2B5EF4-FFF2-40B4-BE49-F238E27FC236}">
                  <a16:creationId xmlns:a16="http://schemas.microsoft.com/office/drawing/2014/main" id="{3384AB39-64D1-C7A0-872A-038B850382DB}"/>
                </a:ext>
              </a:extLst>
            </p:cNvPr>
            <p:cNvSpPr/>
            <p:nvPr/>
          </p:nvSpPr>
          <p:spPr>
            <a:xfrm>
              <a:off x="6956567" y="10119153"/>
              <a:ext cx="2445855" cy="2102222"/>
            </a:xfrm>
            <a:custGeom>
              <a:avLst/>
              <a:gdLst>
                <a:gd name="connsiteX0" fmla="*/ 2 w 2127183"/>
                <a:gd name="connsiteY0" fmla="*/ 764715 h 2002055"/>
                <a:gd name="connsiteX1" fmla="*/ 1063592 w 2127183"/>
                <a:gd name="connsiteY1" fmla="*/ 0 h 2002055"/>
                <a:gd name="connsiteX2" fmla="*/ 2127181 w 2127183"/>
                <a:gd name="connsiteY2" fmla="*/ 764715 h 2002055"/>
                <a:gd name="connsiteX3" fmla="*/ 1720926 w 2127183"/>
                <a:gd name="connsiteY3" fmla="*/ 2002050 h 2002055"/>
                <a:gd name="connsiteX4" fmla="*/ 406257 w 2127183"/>
                <a:gd name="connsiteY4" fmla="*/ 2002050 h 2002055"/>
                <a:gd name="connsiteX5" fmla="*/ 2 w 2127183"/>
                <a:gd name="connsiteY5" fmla="*/ 764715 h 2002055"/>
                <a:gd name="connsiteX0" fmla="*/ 0 w 2319684"/>
                <a:gd name="connsiteY0" fmla="*/ 764715 h 2002050"/>
                <a:gd name="connsiteX1" fmla="*/ 1063590 w 2319684"/>
                <a:gd name="connsiteY1" fmla="*/ 0 h 2002050"/>
                <a:gd name="connsiteX2" fmla="*/ 2319684 w 2319684"/>
                <a:gd name="connsiteY2" fmla="*/ 1322980 h 2002050"/>
                <a:gd name="connsiteX3" fmla="*/ 1720924 w 2319684"/>
                <a:gd name="connsiteY3" fmla="*/ 2002050 h 2002050"/>
                <a:gd name="connsiteX4" fmla="*/ 406255 w 2319684"/>
                <a:gd name="connsiteY4" fmla="*/ 2002050 h 2002050"/>
                <a:gd name="connsiteX5" fmla="*/ 0 w 2319684"/>
                <a:gd name="connsiteY5" fmla="*/ 764715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415880 w 2329309"/>
                <a:gd name="connsiteY4" fmla="*/ 2002050 h 2002050"/>
                <a:gd name="connsiteX5" fmla="*/ 0 w 2329309"/>
                <a:gd name="connsiteY5" fmla="*/ 350829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155997 w 2329309"/>
                <a:gd name="connsiteY4" fmla="*/ 1876921 h 2002050"/>
                <a:gd name="connsiteX5" fmla="*/ 0 w 2329309"/>
                <a:gd name="connsiteY5" fmla="*/ 350829 h 200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29309" h="2002050">
                  <a:moveTo>
                    <a:pt x="0" y="350829"/>
                  </a:moveTo>
                  <a:lnTo>
                    <a:pt x="1073215" y="0"/>
                  </a:lnTo>
                  <a:lnTo>
                    <a:pt x="2329309" y="1322980"/>
                  </a:lnTo>
                  <a:lnTo>
                    <a:pt x="1730549" y="2002050"/>
                  </a:lnTo>
                  <a:lnTo>
                    <a:pt x="155997" y="1876921"/>
                  </a:lnTo>
                  <a:lnTo>
                    <a:pt x="0" y="350829"/>
                  </a:lnTo>
                  <a:close/>
                </a:path>
              </a:pathLst>
            </a:custGeom>
            <a:solidFill>
              <a:srgbClr val="FF7F0E">
                <a:alpha val="30000"/>
              </a:srgbClr>
            </a:solidFill>
            <a:ln w="28575">
              <a:solidFill>
                <a:srgbClr val="FF7F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75" name="Pentagon 2">
              <a:extLst>
                <a:ext uri="{FF2B5EF4-FFF2-40B4-BE49-F238E27FC236}">
                  <a16:creationId xmlns:a16="http://schemas.microsoft.com/office/drawing/2014/main" id="{AD24992E-6A07-3285-3E09-8ECCFACCBE81}"/>
                </a:ext>
              </a:extLst>
            </p:cNvPr>
            <p:cNvSpPr/>
            <p:nvPr/>
          </p:nvSpPr>
          <p:spPr>
            <a:xfrm>
              <a:off x="6945156" y="9862746"/>
              <a:ext cx="2499353" cy="2572708"/>
            </a:xfrm>
            <a:custGeom>
              <a:avLst/>
              <a:gdLst>
                <a:gd name="connsiteX0" fmla="*/ 2 w 2127183"/>
                <a:gd name="connsiteY0" fmla="*/ 764715 h 2002055"/>
                <a:gd name="connsiteX1" fmla="*/ 1063592 w 2127183"/>
                <a:gd name="connsiteY1" fmla="*/ 0 h 2002055"/>
                <a:gd name="connsiteX2" fmla="*/ 2127181 w 2127183"/>
                <a:gd name="connsiteY2" fmla="*/ 764715 h 2002055"/>
                <a:gd name="connsiteX3" fmla="*/ 1720926 w 2127183"/>
                <a:gd name="connsiteY3" fmla="*/ 2002050 h 2002055"/>
                <a:gd name="connsiteX4" fmla="*/ 406257 w 2127183"/>
                <a:gd name="connsiteY4" fmla="*/ 2002050 h 2002055"/>
                <a:gd name="connsiteX5" fmla="*/ 2 w 2127183"/>
                <a:gd name="connsiteY5" fmla="*/ 764715 h 2002055"/>
                <a:gd name="connsiteX0" fmla="*/ 0 w 2319684"/>
                <a:gd name="connsiteY0" fmla="*/ 764715 h 2002050"/>
                <a:gd name="connsiteX1" fmla="*/ 1063590 w 2319684"/>
                <a:gd name="connsiteY1" fmla="*/ 0 h 2002050"/>
                <a:gd name="connsiteX2" fmla="*/ 2319684 w 2319684"/>
                <a:gd name="connsiteY2" fmla="*/ 1322980 h 2002050"/>
                <a:gd name="connsiteX3" fmla="*/ 1720924 w 2319684"/>
                <a:gd name="connsiteY3" fmla="*/ 2002050 h 2002050"/>
                <a:gd name="connsiteX4" fmla="*/ 406255 w 2319684"/>
                <a:gd name="connsiteY4" fmla="*/ 2002050 h 2002050"/>
                <a:gd name="connsiteX5" fmla="*/ 0 w 2319684"/>
                <a:gd name="connsiteY5" fmla="*/ 764715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415880 w 2329309"/>
                <a:gd name="connsiteY4" fmla="*/ 2002050 h 2002050"/>
                <a:gd name="connsiteX5" fmla="*/ 0 w 2329309"/>
                <a:gd name="connsiteY5" fmla="*/ 350829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155997 w 2329309"/>
                <a:gd name="connsiteY4" fmla="*/ 1876921 h 2002050"/>
                <a:gd name="connsiteX5" fmla="*/ 0 w 2329309"/>
                <a:gd name="connsiteY5" fmla="*/ 350829 h 2002050"/>
                <a:gd name="connsiteX0" fmla="*/ 161637 w 2173312"/>
                <a:gd name="connsiteY0" fmla="*/ 0 h 2026606"/>
                <a:gd name="connsiteX1" fmla="*/ 917218 w 2173312"/>
                <a:gd name="connsiteY1" fmla="*/ 24556 h 2026606"/>
                <a:gd name="connsiteX2" fmla="*/ 2173312 w 2173312"/>
                <a:gd name="connsiteY2" fmla="*/ 1347536 h 2026606"/>
                <a:gd name="connsiteX3" fmla="*/ 1574552 w 2173312"/>
                <a:gd name="connsiteY3" fmla="*/ 2026606 h 2026606"/>
                <a:gd name="connsiteX4" fmla="*/ 0 w 2173312"/>
                <a:gd name="connsiteY4" fmla="*/ 1901477 h 2026606"/>
                <a:gd name="connsiteX5" fmla="*/ 161637 w 2173312"/>
                <a:gd name="connsiteY5" fmla="*/ 0 h 2026606"/>
                <a:gd name="connsiteX0" fmla="*/ 161637 w 2173312"/>
                <a:gd name="connsiteY0" fmla="*/ 81322 h 2107928"/>
                <a:gd name="connsiteX1" fmla="*/ 1552485 w 2173312"/>
                <a:gd name="connsiteY1" fmla="*/ 0 h 2107928"/>
                <a:gd name="connsiteX2" fmla="*/ 2173312 w 2173312"/>
                <a:gd name="connsiteY2" fmla="*/ 1428858 h 2107928"/>
                <a:gd name="connsiteX3" fmla="*/ 1574552 w 2173312"/>
                <a:gd name="connsiteY3" fmla="*/ 2107928 h 2107928"/>
                <a:gd name="connsiteX4" fmla="*/ 0 w 2173312"/>
                <a:gd name="connsiteY4" fmla="*/ 1982799 h 2107928"/>
                <a:gd name="connsiteX5" fmla="*/ 161637 w 2173312"/>
                <a:gd name="connsiteY5" fmla="*/ 81322 h 2107928"/>
                <a:gd name="connsiteX0" fmla="*/ 161637 w 2173312"/>
                <a:gd name="connsiteY0" fmla="*/ 81322 h 2233057"/>
                <a:gd name="connsiteX1" fmla="*/ 1552485 w 2173312"/>
                <a:gd name="connsiteY1" fmla="*/ 0 h 2233057"/>
                <a:gd name="connsiteX2" fmla="*/ 2173312 w 2173312"/>
                <a:gd name="connsiteY2" fmla="*/ 1428858 h 2233057"/>
                <a:gd name="connsiteX3" fmla="*/ 1632304 w 2173312"/>
                <a:gd name="connsiteY3" fmla="*/ 2233057 h 2233057"/>
                <a:gd name="connsiteX4" fmla="*/ 0 w 2173312"/>
                <a:gd name="connsiteY4" fmla="*/ 1982799 h 2233057"/>
                <a:gd name="connsiteX5" fmla="*/ 161637 w 2173312"/>
                <a:gd name="connsiteY5" fmla="*/ 81322 h 2233057"/>
                <a:gd name="connsiteX0" fmla="*/ 1605427 w 3617102"/>
                <a:gd name="connsiteY0" fmla="*/ 81322 h 2233057"/>
                <a:gd name="connsiteX1" fmla="*/ 2996275 w 3617102"/>
                <a:gd name="connsiteY1" fmla="*/ 0 h 2233057"/>
                <a:gd name="connsiteX2" fmla="*/ 3617102 w 3617102"/>
                <a:gd name="connsiteY2" fmla="*/ 1428858 h 2233057"/>
                <a:gd name="connsiteX3" fmla="*/ 3076094 w 3617102"/>
                <a:gd name="connsiteY3" fmla="*/ 2233057 h 2233057"/>
                <a:gd name="connsiteX4" fmla="*/ 0 w 3617102"/>
                <a:gd name="connsiteY4" fmla="*/ 1905797 h 2233057"/>
                <a:gd name="connsiteX5" fmla="*/ 1605427 w 3617102"/>
                <a:gd name="connsiteY5" fmla="*/ 81322 h 2233057"/>
                <a:gd name="connsiteX0" fmla="*/ 1605427 w 3617102"/>
                <a:gd name="connsiteY0" fmla="*/ 350829 h 2233057"/>
                <a:gd name="connsiteX1" fmla="*/ 2996275 w 3617102"/>
                <a:gd name="connsiteY1" fmla="*/ 0 h 2233057"/>
                <a:gd name="connsiteX2" fmla="*/ 3617102 w 3617102"/>
                <a:gd name="connsiteY2" fmla="*/ 1428858 h 2233057"/>
                <a:gd name="connsiteX3" fmla="*/ 3076094 w 3617102"/>
                <a:gd name="connsiteY3" fmla="*/ 2233057 h 2233057"/>
                <a:gd name="connsiteX4" fmla="*/ 0 w 3617102"/>
                <a:gd name="connsiteY4" fmla="*/ 1905797 h 2233057"/>
                <a:gd name="connsiteX5" fmla="*/ 1605427 w 3617102"/>
                <a:gd name="connsiteY5" fmla="*/ 350829 h 2233057"/>
                <a:gd name="connsiteX0" fmla="*/ 960534 w 3617102"/>
                <a:gd name="connsiteY0" fmla="*/ 225701 h 2233057"/>
                <a:gd name="connsiteX1" fmla="*/ 2996275 w 3617102"/>
                <a:gd name="connsiteY1" fmla="*/ 0 h 2233057"/>
                <a:gd name="connsiteX2" fmla="*/ 3617102 w 3617102"/>
                <a:gd name="connsiteY2" fmla="*/ 1428858 h 2233057"/>
                <a:gd name="connsiteX3" fmla="*/ 3076094 w 3617102"/>
                <a:gd name="connsiteY3" fmla="*/ 2233057 h 2233057"/>
                <a:gd name="connsiteX4" fmla="*/ 0 w 3617102"/>
                <a:gd name="connsiteY4" fmla="*/ 1905797 h 2233057"/>
                <a:gd name="connsiteX5" fmla="*/ 960534 w 3617102"/>
                <a:gd name="connsiteY5" fmla="*/ 225701 h 2233057"/>
                <a:gd name="connsiteX0" fmla="*/ 960534 w 3617102"/>
                <a:gd name="connsiteY0" fmla="*/ 0 h 2007356"/>
                <a:gd name="connsiteX1" fmla="*/ 2380258 w 3617102"/>
                <a:gd name="connsiteY1" fmla="*/ 717575 h 2007356"/>
                <a:gd name="connsiteX2" fmla="*/ 3617102 w 3617102"/>
                <a:gd name="connsiteY2" fmla="*/ 1203157 h 2007356"/>
                <a:gd name="connsiteX3" fmla="*/ 3076094 w 3617102"/>
                <a:gd name="connsiteY3" fmla="*/ 2007356 h 2007356"/>
                <a:gd name="connsiteX4" fmla="*/ 0 w 3617102"/>
                <a:gd name="connsiteY4" fmla="*/ 1680096 h 2007356"/>
                <a:gd name="connsiteX5" fmla="*/ 960534 w 3617102"/>
                <a:gd name="connsiteY5" fmla="*/ 0 h 2007356"/>
                <a:gd name="connsiteX0" fmla="*/ 960534 w 3617102"/>
                <a:gd name="connsiteY0" fmla="*/ 0 h 2450118"/>
                <a:gd name="connsiteX1" fmla="*/ 2380258 w 3617102"/>
                <a:gd name="connsiteY1" fmla="*/ 717575 h 2450118"/>
                <a:gd name="connsiteX2" fmla="*/ 3617102 w 3617102"/>
                <a:gd name="connsiteY2" fmla="*/ 1203157 h 2450118"/>
                <a:gd name="connsiteX3" fmla="*/ 679403 w 3617102"/>
                <a:gd name="connsiteY3" fmla="*/ 2450118 h 2450118"/>
                <a:gd name="connsiteX4" fmla="*/ 0 w 3617102"/>
                <a:gd name="connsiteY4" fmla="*/ 1680096 h 2450118"/>
                <a:gd name="connsiteX5" fmla="*/ 960534 w 3617102"/>
                <a:gd name="connsiteY5" fmla="*/ 0 h 2450118"/>
                <a:gd name="connsiteX0" fmla="*/ 960534 w 2380258"/>
                <a:gd name="connsiteY0" fmla="*/ 0 h 2450118"/>
                <a:gd name="connsiteX1" fmla="*/ 2380258 w 2380258"/>
                <a:gd name="connsiteY1" fmla="*/ 717575 h 2450118"/>
                <a:gd name="connsiteX2" fmla="*/ 2096311 w 2380258"/>
                <a:gd name="connsiteY2" fmla="*/ 1568917 h 2450118"/>
                <a:gd name="connsiteX3" fmla="*/ 679403 w 2380258"/>
                <a:gd name="connsiteY3" fmla="*/ 2450118 h 2450118"/>
                <a:gd name="connsiteX4" fmla="*/ 0 w 2380258"/>
                <a:gd name="connsiteY4" fmla="*/ 1680096 h 2450118"/>
                <a:gd name="connsiteX5" fmla="*/ 960534 w 2380258"/>
                <a:gd name="connsiteY5" fmla="*/ 0 h 2450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0258" h="2450118">
                  <a:moveTo>
                    <a:pt x="960534" y="0"/>
                  </a:moveTo>
                  <a:lnTo>
                    <a:pt x="2380258" y="717575"/>
                  </a:lnTo>
                  <a:lnTo>
                    <a:pt x="2096311" y="1568917"/>
                  </a:lnTo>
                  <a:lnTo>
                    <a:pt x="679403" y="2450118"/>
                  </a:lnTo>
                  <a:lnTo>
                    <a:pt x="0" y="1680096"/>
                  </a:lnTo>
                  <a:lnTo>
                    <a:pt x="960534" y="0"/>
                  </a:lnTo>
                  <a:close/>
                </a:path>
              </a:pathLst>
            </a:custGeom>
            <a:solidFill>
              <a:srgbClr val="E377C2">
                <a:alpha val="30000"/>
              </a:srgbClr>
            </a:solidFill>
            <a:ln w="28575">
              <a:solidFill>
                <a:srgbClr val="E377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74" name="Pentagon 2">
              <a:extLst>
                <a:ext uri="{FF2B5EF4-FFF2-40B4-BE49-F238E27FC236}">
                  <a16:creationId xmlns:a16="http://schemas.microsoft.com/office/drawing/2014/main" id="{835CA228-8181-6A28-A8B0-9F25D5ED09AF}"/>
                </a:ext>
              </a:extLst>
            </p:cNvPr>
            <p:cNvSpPr/>
            <p:nvPr/>
          </p:nvSpPr>
          <p:spPr>
            <a:xfrm>
              <a:off x="6817422" y="9979500"/>
              <a:ext cx="2797502" cy="2466068"/>
            </a:xfrm>
            <a:custGeom>
              <a:avLst/>
              <a:gdLst>
                <a:gd name="connsiteX0" fmla="*/ 2 w 2127183"/>
                <a:gd name="connsiteY0" fmla="*/ 764715 h 2002055"/>
                <a:gd name="connsiteX1" fmla="*/ 1063592 w 2127183"/>
                <a:gd name="connsiteY1" fmla="*/ 0 h 2002055"/>
                <a:gd name="connsiteX2" fmla="*/ 2127181 w 2127183"/>
                <a:gd name="connsiteY2" fmla="*/ 764715 h 2002055"/>
                <a:gd name="connsiteX3" fmla="*/ 1720926 w 2127183"/>
                <a:gd name="connsiteY3" fmla="*/ 2002050 h 2002055"/>
                <a:gd name="connsiteX4" fmla="*/ 406257 w 2127183"/>
                <a:gd name="connsiteY4" fmla="*/ 2002050 h 2002055"/>
                <a:gd name="connsiteX5" fmla="*/ 2 w 2127183"/>
                <a:gd name="connsiteY5" fmla="*/ 764715 h 2002055"/>
                <a:gd name="connsiteX0" fmla="*/ 0 w 2319684"/>
                <a:gd name="connsiteY0" fmla="*/ 764715 h 2002050"/>
                <a:gd name="connsiteX1" fmla="*/ 1063590 w 2319684"/>
                <a:gd name="connsiteY1" fmla="*/ 0 h 2002050"/>
                <a:gd name="connsiteX2" fmla="*/ 2319684 w 2319684"/>
                <a:gd name="connsiteY2" fmla="*/ 1322980 h 2002050"/>
                <a:gd name="connsiteX3" fmla="*/ 1720924 w 2319684"/>
                <a:gd name="connsiteY3" fmla="*/ 2002050 h 2002050"/>
                <a:gd name="connsiteX4" fmla="*/ 406255 w 2319684"/>
                <a:gd name="connsiteY4" fmla="*/ 2002050 h 2002050"/>
                <a:gd name="connsiteX5" fmla="*/ 0 w 2319684"/>
                <a:gd name="connsiteY5" fmla="*/ 764715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415880 w 2329309"/>
                <a:gd name="connsiteY4" fmla="*/ 2002050 h 2002050"/>
                <a:gd name="connsiteX5" fmla="*/ 0 w 2329309"/>
                <a:gd name="connsiteY5" fmla="*/ 350829 h 2002050"/>
                <a:gd name="connsiteX0" fmla="*/ 0 w 2329309"/>
                <a:gd name="connsiteY0" fmla="*/ 350829 h 2002050"/>
                <a:gd name="connsiteX1" fmla="*/ 1073215 w 2329309"/>
                <a:gd name="connsiteY1" fmla="*/ 0 h 2002050"/>
                <a:gd name="connsiteX2" fmla="*/ 2329309 w 2329309"/>
                <a:gd name="connsiteY2" fmla="*/ 1322980 h 2002050"/>
                <a:gd name="connsiteX3" fmla="*/ 1730549 w 2329309"/>
                <a:gd name="connsiteY3" fmla="*/ 2002050 h 2002050"/>
                <a:gd name="connsiteX4" fmla="*/ 155997 w 2329309"/>
                <a:gd name="connsiteY4" fmla="*/ 1876921 h 2002050"/>
                <a:gd name="connsiteX5" fmla="*/ 0 w 2329309"/>
                <a:gd name="connsiteY5" fmla="*/ 350829 h 2002050"/>
                <a:gd name="connsiteX0" fmla="*/ 0 w 2329309"/>
                <a:gd name="connsiteY0" fmla="*/ 350829 h 2579566"/>
                <a:gd name="connsiteX1" fmla="*/ 1073215 w 2329309"/>
                <a:gd name="connsiteY1" fmla="*/ 0 h 2579566"/>
                <a:gd name="connsiteX2" fmla="*/ 2329309 w 2329309"/>
                <a:gd name="connsiteY2" fmla="*/ 1322980 h 2579566"/>
                <a:gd name="connsiteX3" fmla="*/ 1778675 w 2329309"/>
                <a:gd name="connsiteY3" fmla="*/ 2579566 h 2579566"/>
                <a:gd name="connsiteX4" fmla="*/ 155997 w 2329309"/>
                <a:gd name="connsiteY4" fmla="*/ 1876921 h 2579566"/>
                <a:gd name="connsiteX5" fmla="*/ 0 w 2329309"/>
                <a:gd name="connsiteY5" fmla="*/ 350829 h 2579566"/>
                <a:gd name="connsiteX0" fmla="*/ 0 w 3108955"/>
                <a:gd name="connsiteY0" fmla="*/ 350829 h 2579566"/>
                <a:gd name="connsiteX1" fmla="*/ 1073215 w 3108955"/>
                <a:gd name="connsiteY1" fmla="*/ 0 h 2579566"/>
                <a:gd name="connsiteX2" fmla="*/ 3108955 w 3108955"/>
                <a:gd name="connsiteY2" fmla="*/ 1332605 h 2579566"/>
                <a:gd name="connsiteX3" fmla="*/ 1778675 w 3108955"/>
                <a:gd name="connsiteY3" fmla="*/ 2579566 h 2579566"/>
                <a:gd name="connsiteX4" fmla="*/ 155997 w 3108955"/>
                <a:gd name="connsiteY4" fmla="*/ 1876921 h 2579566"/>
                <a:gd name="connsiteX5" fmla="*/ 0 w 3108955"/>
                <a:gd name="connsiteY5" fmla="*/ 350829 h 2579566"/>
                <a:gd name="connsiteX0" fmla="*/ 0 w 3108955"/>
                <a:gd name="connsiteY0" fmla="*/ 119822 h 2348559"/>
                <a:gd name="connsiteX1" fmla="*/ 2343749 w 3108955"/>
                <a:gd name="connsiteY1" fmla="*/ 0 h 2348559"/>
                <a:gd name="connsiteX2" fmla="*/ 3108955 w 3108955"/>
                <a:gd name="connsiteY2" fmla="*/ 1101598 h 2348559"/>
                <a:gd name="connsiteX3" fmla="*/ 1778675 w 3108955"/>
                <a:gd name="connsiteY3" fmla="*/ 2348559 h 2348559"/>
                <a:gd name="connsiteX4" fmla="*/ 155997 w 3108955"/>
                <a:gd name="connsiteY4" fmla="*/ 1645914 h 2348559"/>
                <a:gd name="connsiteX5" fmla="*/ 0 w 3108955"/>
                <a:gd name="connsiteY5" fmla="*/ 119822 h 2348559"/>
                <a:gd name="connsiteX0" fmla="*/ 845030 w 2952958"/>
                <a:gd name="connsiteY0" fmla="*/ 119822 h 2348559"/>
                <a:gd name="connsiteX1" fmla="*/ 2187752 w 2952958"/>
                <a:gd name="connsiteY1" fmla="*/ 0 h 2348559"/>
                <a:gd name="connsiteX2" fmla="*/ 2952958 w 2952958"/>
                <a:gd name="connsiteY2" fmla="*/ 1101598 h 2348559"/>
                <a:gd name="connsiteX3" fmla="*/ 1622678 w 2952958"/>
                <a:gd name="connsiteY3" fmla="*/ 2348559 h 2348559"/>
                <a:gd name="connsiteX4" fmla="*/ 0 w 2952958"/>
                <a:gd name="connsiteY4" fmla="*/ 1645914 h 2348559"/>
                <a:gd name="connsiteX5" fmla="*/ 845030 w 2952958"/>
                <a:gd name="connsiteY5" fmla="*/ 119822 h 2348559"/>
                <a:gd name="connsiteX0" fmla="*/ 556272 w 2664200"/>
                <a:gd name="connsiteY0" fmla="*/ 119822 h 2348559"/>
                <a:gd name="connsiteX1" fmla="*/ 1898994 w 2664200"/>
                <a:gd name="connsiteY1" fmla="*/ 0 h 2348559"/>
                <a:gd name="connsiteX2" fmla="*/ 2664200 w 2664200"/>
                <a:gd name="connsiteY2" fmla="*/ 1101598 h 2348559"/>
                <a:gd name="connsiteX3" fmla="*/ 1333920 w 2664200"/>
                <a:gd name="connsiteY3" fmla="*/ 2348559 h 2348559"/>
                <a:gd name="connsiteX4" fmla="*/ 0 w 2664200"/>
                <a:gd name="connsiteY4" fmla="*/ 1164651 h 2348559"/>
                <a:gd name="connsiteX5" fmla="*/ 556272 w 2664200"/>
                <a:gd name="connsiteY5" fmla="*/ 119822 h 234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4200" h="2348559">
                  <a:moveTo>
                    <a:pt x="556272" y="119822"/>
                  </a:moveTo>
                  <a:lnTo>
                    <a:pt x="1898994" y="0"/>
                  </a:lnTo>
                  <a:lnTo>
                    <a:pt x="2664200" y="1101598"/>
                  </a:lnTo>
                  <a:lnTo>
                    <a:pt x="1333920" y="2348559"/>
                  </a:lnTo>
                  <a:lnTo>
                    <a:pt x="0" y="1164651"/>
                  </a:lnTo>
                  <a:lnTo>
                    <a:pt x="556272" y="119822"/>
                  </a:lnTo>
                  <a:close/>
                </a:path>
              </a:pathLst>
            </a:custGeom>
            <a:solidFill>
              <a:srgbClr val="17BECF">
                <a:alpha val="30000"/>
              </a:srgbClr>
            </a:solidFill>
            <a:ln w="28575">
              <a:solidFill>
                <a:srgbClr val="17BE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id="{259E55D6-B52F-8B50-519A-D737C8B81041}"/>
                </a:ext>
              </a:extLst>
            </p:cNvPr>
            <p:cNvSpPr/>
            <p:nvPr/>
          </p:nvSpPr>
          <p:spPr>
            <a:xfrm>
              <a:off x="6887263" y="11559806"/>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EC73C18-BED6-E8B5-7B79-A588E3450026}"/>
                </a:ext>
              </a:extLst>
            </p:cNvPr>
            <p:cNvSpPr/>
            <p:nvPr/>
          </p:nvSpPr>
          <p:spPr>
            <a:xfrm>
              <a:off x="7051259" y="12010572"/>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EF953B45-ED51-ABA1-962B-F174C18E8F94}"/>
                </a:ext>
              </a:extLst>
            </p:cNvPr>
            <p:cNvSpPr/>
            <p:nvPr/>
          </p:nvSpPr>
          <p:spPr>
            <a:xfrm>
              <a:off x="8713315" y="12160847"/>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F9E4544C-C1DF-2F34-802A-544B59012ECE}"/>
                </a:ext>
              </a:extLst>
            </p:cNvPr>
            <p:cNvSpPr/>
            <p:nvPr/>
          </p:nvSpPr>
          <p:spPr>
            <a:xfrm>
              <a:off x="7599326" y="12360324"/>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Oval 18">
              <a:extLst>
                <a:ext uri="{FF2B5EF4-FFF2-40B4-BE49-F238E27FC236}">
                  <a16:creationId xmlns:a16="http://schemas.microsoft.com/office/drawing/2014/main" id="{752BC9EC-A412-A5E9-51BB-587BEBCD2FF9}"/>
                </a:ext>
              </a:extLst>
            </p:cNvPr>
            <p:cNvSpPr/>
            <p:nvPr/>
          </p:nvSpPr>
          <p:spPr>
            <a:xfrm>
              <a:off x="6761640" y="11138204"/>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Oval 19">
              <a:extLst>
                <a:ext uri="{FF2B5EF4-FFF2-40B4-BE49-F238E27FC236}">
                  <a16:creationId xmlns:a16="http://schemas.microsoft.com/office/drawing/2014/main" id="{DB888A23-D9C5-0B64-EC65-C9724E1D28E9}"/>
                </a:ext>
              </a:extLst>
            </p:cNvPr>
            <p:cNvSpPr/>
            <p:nvPr/>
          </p:nvSpPr>
          <p:spPr>
            <a:xfrm>
              <a:off x="8162947" y="12376286"/>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BDF57B7B-3147-FB08-7156-85D610284C8F}"/>
                </a:ext>
              </a:extLst>
            </p:cNvPr>
            <p:cNvSpPr/>
            <p:nvPr/>
          </p:nvSpPr>
          <p:spPr>
            <a:xfrm>
              <a:off x="9328195" y="11442640"/>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D65AC4A3-CD1C-B087-E37E-F23AE9A50743}"/>
                </a:ext>
              </a:extLst>
            </p:cNvPr>
            <p:cNvSpPr/>
            <p:nvPr/>
          </p:nvSpPr>
          <p:spPr>
            <a:xfrm>
              <a:off x="9376157" y="10544498"/>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E78C62DB-A4EE-B042-B248-BFCF4E163349}"/>
                </a:ext>
              </a:extLst>
            </p:cNvPr>
            <p:cNvSpPr/>
            <p:nvPr/>
          </p:nvSpPr>
          <p:spPr>
            <a:xfrm>
              <a:off x="7899202" y="9792371"/>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EB1357BC-C913-B556-C9FB-393A4524E615}"/>
                </a:ext>
              </a:extLst>
            </p:cNvPr>
            <p:cNvSpPr/>
            <p:nvPr/>
          </p:nvSpPr>
          <p:spPr>
            <a:xfrm>
              <a:off x="8764822" y="9926093"/>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E9C3DDFD-E22E-025B-75A2-92A42B2CB47A}"/>
                </a:ext>
              </a:extLst>
            </p:cNvPr>
            <p:cNvSpPr/>
            <p:nvPr/>
          </p:nvSpPr>
          <p:spPr>
            <a:xfrm>
              <a:off x="7323417" y="10052754"/>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1F43D4D0-AE2F-9B45-8CBE-F9DE7A067EB7}"/>
                </a:ext>
              </a:extLst>
            </p:cNvPr>
            <p:cNvSpPr/>
            <p:nvPr/>
          </p:nvSpPr>
          <p:spPr>
            <a:xfrm>
              <a:off x="9562476" y="11064397"/>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Oval 5">
              <a:extLst>
                <a:ext uri="{FF2B5EF4-FFF2-40B4-BE49-F238E27FC236}">
                  <a16:creationId xmlns:a16="http://schemas.microsoft.com/office/drawing/2014/main" id="{0862CFDE-966B-98CC-CA02-F82970255E67}"/>
                </a:ext>
              </a:extLst>
            </p:cNvPr>
            <p:cNvSpPr/>
            <p:nvPr/>
          </p:nvSpPr>
          <p:spPr>
            <a:xfrm>
              <a:off x="6892707" y="10419054"/>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Oval 1">
              <a:extLst>
                <a:ext uri="{FF2B5EF4-FFF2-40B4-BE49-F238E27FC236}">
                  <a16:creationId xmlns:a16="http://schemas.microsoft.com/office/drawing/2014/main" id="{7ED4256D-8155-849E-FA65-5A39B92BA6BA}"/>
                </a:ext>
              </a:extLst>
            </p:cNvPr>
            <p:cNvSpPr/>
            <p:nvPr/>
          </p:nvSpPr>
          <p:spPr>
            <a:xfrm>
              <a:off x="7843960" y="10113595"/>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Oval 21">
              <a:extLst>
                <a:ext uri="{FF2B5EF4-FFF2-40B4-BE49-F238E27FC236}">
                  <a16:creationId xmlns:a16="http://schemas.microsoft.com/office/drawing/2014/main" id="{7B534B69-2EC7-F83E-17A4-7FC976F7C362}"/>
                </a:ext>
              </a:extLst>
            </p:cNvPr>
            <p:cNvSpPr/>
            <p:nvPr/>
          </p:nvSpPr>
          <p:spPr>
            <a:xfrm>
              <a:off x="8819582" y="10541845"/>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F693242D-D801-25C4-9470-82D4721D8931}"/>
                </a:ext>
              </a:extLst>
            </p:cNvPr>
            <p:cNvSpPr/>
            <p:nvPr/>
          </p:nvSpPr>
          <p:spPr>
            <a:xfrm>
              <a:off x="7204281" y="11713396"/>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5" name="Oval 24">
              <a:extLst>
                <a:ext uri="{FF2B5EF4-FFF2-40B4-BE49-F238E27FC236}">
                  <a16:creationId xmlns:a16="http://schemas.microsoft.com/office/drawing/2014/main" id="{5A3216A7-00FF-6ECE-7F33-D90F09A89A67}"/>
                </a:ext>
              </a:extLst>
            </p:cNvPr>
            <p:cNvSpPr/>
            <p:nvPr/>
          </p:nvSpPr>
          <p:spPr>
            <a:xfrm>
              <a:off x="7407441" y="10746578"/>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DD99EF71-ABF3-2899-BFA5-F0659B15BBA6}"/>
                </a:ext>
              </a:extLst>
            </p:cNvPr>
            <p:cNvSpPr/>
            <p:nvPr/>
          </p:nvSpPr>
          <p:spPr>
            <a:xfrm>
              <a:off x="8337985" y="10215863"/>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id="{5448DF14-1C82-B1B6-A5E4-920C621C4546}"/>
                </a:ext>
              </a:extLst>
            </p:cNvPr>
            <p:cNvSpPr/>
            <p:nvPr/>
          </p:nvSpPr>
          <p:spPr>
            <a:xfrm>
              <a:off x="8298301" y="10977801"/>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06A8E5C5-BC1C-BC9B-24E8-99413FD563D1}"/>
                </a:ext>
              </a:extLst>
            </p:cNvPr>
            <p:cNvSpPr/>
            <p:nvPr/>
          </p:nvSpPr>
          <p:spPr>
            <a:xfrm>
              <a:off x="8581870" y="11438424"/>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C71AA096-E23D-6D2B-0C8A-90A763006491}"/>
                </a:ext>
              </a:extLst>
            </p:cNvPr>
            <p:cNvSpPr/>
            <p:nvPr/>
          </p:nvSpPr>
          <p:spPr>
            <a:xfrm>
              <a:off x="7365932" y="11295568"/>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11248784-C9CF-9048-D46C-1359FB445FB3}"/>
                </a:ext>
              </a:extLst>
            </p:cNvPr>
            <p:cNvSpPr/>
            <p:nvPr/>
          </p:nvSpPr>
          <p:spPr>
            <a:xfrm>
              <a:off x="8178359" y="11825966"/>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9E1A3342-5EF8-2661-49D2-E4C804DDBA8A}"/>
                </a:ext>
              </a:extLst>
            </p:cNvPr>
            <p:cNvSpPr/>
            <p:nvPr/>
          </p:nvSpPr>
          <p:spPr>
            <a:xfrm>
              <a:off x="7759216" y="11724732"/>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3701B8FE-9D1D-BD11-A071-1743CCC19D70}"/>
                </a:ext>
              </a:extLst>
            </p:cNvPr>
            <p:cNvSpPr/>
            <p:nvPr/>
          </p:nvSpPr>
          <p:spPr>
            <a:xfrm>
              <a:off x="7352051" y="11552261"/>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Oval 33">
              <a:extLst>
                <a:ext uri="{FF2B5EF4-FFF2-40B4-BE49-F238E27FC236}">
                  <a16:creationId xmlns:a16="http://schemas.microsoft.com/office/drawing/2014/main" id="{92A02502-B467-91CF-CDBB-508B4876547F}"/>
                </a:ext>
              </a:extLst>
            </p:cNvPr>
            <p:cNvSpPr/>
            <p:nvPr/>
          </p:nvSpPr>
          <p:spPr>
            <a:xfrm>
              <a:off x="7782536" y="11478604"/>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5CF3FAE6-AB08-CDB1-96D6-07714844522F}"/>
                </a:ext>
              </a:extLst>
            </p:cNvPr>
            <p:cNvSpPr/>
            <p:nvPr/>
          </p:nvSpPr>
          <p:spPr>
            <a:xfrm>
              <a:off x="8889117" y="10755270"/>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7" name="Oval 36">
              <a:extLst>
                <a:ext uri="{FF2B5EF4-FFF2-40B4-BE49-F238E27FC236}">
                  <a16:creationId xmlns:a16="http://schemas.microsoft.com/office/drawing/2014/main" id="{F8BA0407-9065-D251-DCFE-BF7A3C5D6B34}"/>
                </a:ext>
              </a:extLst>
            </p:cNvPr>
            <p:cNvSpPr/>
            <p:nvPr/>
          </p:nvSpPr>
          <p:spPr>
            <a:xfrm>
              <a:off x="9370383" y="11100749"/>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8" name="Oval 37">
              <a:extLst>
                <a:ext uri="{FF2B5EF4-FFF2-40B4-BE49-F238E27FC236}">
                  <a16:creationId xmlns:a16="http://schemas.microsoft.com/office/drawing/2014/main" id="{F4A53ED3-3048-023D-9BC8-770450AD35D8}"/>
                </a:ext>
              </a:extLst>
            </p:cNvPr>
            <p:cNvSpPr/>
            <p:nvPr/>
          </p:nvSpPr>
          <p:spPr>
            <a:xfrm>
              <a:off x="7634640" y="10559759"/>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Oval 39">
              <a:extLst>
                <a:ext uri="{FF2B5EF4-FFF2-40B4-BE49-F238E27FC236}">
                  <a16:creationId xmlns:a16="http://schemas.microsoft.com/office/drawing/2014/main" id="{83667C74-89AF-B36D-DBA7-DBB9BC92ABA7}"/>
                </a:ext>
              </a:extLst>
            </p:cNvPr>
            <p:cNvSpPr/>
            <p:nvPr/>
          </p:nvSpPr>
          <p:spPr>
            <a:xfrm>
              <a:off x="7259478" y="10397133"/>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1" name="Oval 40">
              <a:extLst>
                <a:ext uri="{FF2B5EF4-FFF2-40B4-BE49-F238E27FC236}">
                  <a16:creationId xmlns:a16="http://schemas.microsoft.com/office/drawing/2014/main" id="{37723BFD-FD55-3A27-00BC-8EFCE2F0A04B}"/>
                </a:ext>
              </a:extLst>
            </p:cNvPr>
            <p:cNvSpPr/>
            <p:nvPr/>
          </p:nvSpPr>
          <p:spPr>
            <a:xfrm>
              <a:off x="7012358" y="10993126"/>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Oval 42">
              <a:extLst>
                <a:ext uri="{FF2B5EF4-FFF2-40B4-BE49-F238E27FC236}">
                  <a16:creationId xmlns:a16="http://schemas.microsoft.com/office/drawing/2014/main" id="{EFC92805-C04A-5DD8-FD75-6C0DDCF6A36A}"/>
                </a:ext>
              </a:extLst>
            </p:cNvPr>
            <p:cNvSpPr/>
            <p:nvPr/>
          </p:nvSpPr>
          <p:spPr>
            <a:xfrm>
              <a:off x="7901306" y="11972131"/>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58C732CD-CCEE-7AE2-7D49-8F2A34E5E6E5}"/>
                </a:ext>
              </a:extLst>
            </p:cNvPr>
            <p:cNvSpPr/>
            <p:nvPr/>
          </p:nvSpPr>
          <p:spPr>
            <a:xfrm>
              <a:off x="7874452" y="10729941"/>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830E8D4A-369B-679D-D71B-2ED85D294D66}"/>
                </a:ext>
              </a:extLst>
            </p:cNvPr>
            <p:cNvSpPr/>
            <p:nvPr/>
          </p:nvSpPr>
          <p:spPr>
            <a:xfrm>
              <a:off x="8786168" y="11269263"/>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Oval 48">
              <a:extLst>
                <a:ext uri="{FF2B5EF4-FFF2-40B4-BE49-F238E27FC236}">
                  <a16:creationId xmlns:a16="http://schemas.microsoft.com/office/drawing/2014/main" id="{0FB40531-B143-3436-F509-FCF0F3E6AFDB}"/>
                </a:ext>
              </a:extLst>
            </p:cNvPr>
            <p:cNvSpPr/>
            <p:nvPr/>
          </p:nvSpPr>
          <p:spPr>
            <a:xfrm>
              <a:off x="8466118" y="12007180"/>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0" name="Oval 49">
              <a:extLst>
                <a:ext uri="{FF2B5EF4-FFF2-40B4-BE49-F238E27FC236}">
                  <a16:creationId xmlns:a16="http://schemas.microsoft.com/office/drawing/2014/main" id="{D0DAFF28-FC72-2C12-3BC3-263270051178}"/>
                </a:ext>
              </a:extLst>
            </p:cNvPr>
            <p:cNvSpPr/>
            <p:nvPr/>
          </p:nvSpPr>
          <p:spPr>
            <a:xfrm>
              <a:off x="7709535" y="11066540"/>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FFAEF922-4250-7CF2-1C39-3E601CBAED89}"/>
                </a:ext>
              </a:extLst>
            </p:cNvPr>
            <p:cNvSpPr/>
            <p:nvPr/>
          </p:nvSpPr>
          <p:spPr>
            <a:xfrm>
              <a:off x="7548381" y="12019493"/>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3" name="Oval 52">
              <a:extLst>
                <a:ext uri="{FF2B5EF4-FFF2-40B4-BE49-F238E27FC236}">
                  <a16:creationId xmlns:a16="http://schemas.microsoft.com/office/drawing/2014/main" id="{1377B242-2B6B-2CDB-4654-1ACC580C68A8}"/>
                </a:ext>
              </a:extLst>
            </p:cNvPr>
            <p:cNvSpPr/>
            <p:nvPr/>
          </p:nvSpPr>
          <p:spPr>
            <a:xfrm>
              <a:off x="8272972" y="11313617"/>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4" name="Oval 53">
              <a:extLst>
                <a:ext uri="{FF2B5EF4-FFF2-40B4-BE49-F238E27FC236}">
                  <a16:creationId xmlns:a16="http://schemas.microsoft.com/office/drawing/2014/main" id="{210A128E-A227-0E12-E153-1EC3CF5FAE1B}"/>
                </a:ext>
              </a:extLst>
            </p:cNvPr>
            <p:cNvSpPr/>
            <p:nvPr/>
          </p:nvSpPr>
          <p:spPr>
            <a:xfrm>
              <a:off x="8647813" y="10202308"/>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6" name="Oval 55">
              <a:extLst>
                <a:ext uri="{FF2B5EF4-FFF2-40B4-BE49-F238E27FC236}">
                  <a16:creationId xmlns:a16="http://schemas.microsoft.com/office/drawing/2014/main" id="{E1A85ED9-3FD7-DEB5-CBD0-9915A91E23E7}"/>
                </a:ext>
              </a:extLst>
            </p:cNvPr>
            <p:cNvSpPr/>
            <p:nvPr/>
          </p:nvSpPr>
          <p:spPr>
            <a:xfrm>
              <a:off x="9142930" y="10926265"/>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7" name="Oval 56">
              <a:extLst>
                <a:ext uri="{FF2B5EF4-FFF2-40B4-BE49-F238E27FC236}">
                  <a16:creationId xmlns:a16="http://schemas.microsoft.com/office/drawing/2014/main" id="{70CFEB70-C897-AD54-B38E-F4E7298D3F4D}"/>
                </a:ext>
              </a:extLst>
            </p:cNvPr>
            <p:cNvSpPr/>
            <p:nvPr/>
          </p:nvSpPr>
          <p:spPr>
            <a:xfrm>
              <a:off x="7700825" y="10302600"/>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9" name="Oval 58">
              <a:extLst>
                <a:ext uri="{FF2B5EF4-FFF2-40B4-BE49-F238E27FC236}">
                  <a16:creationId xmlns:a16="http://schemas.microsoft.com/office/drawing/2014/main" id="{6C0D52B3-0129-86C2-9F44-DB354B26FAFB}"/>
                </a:ext>
              </a:extLst>
            </p:cNvPr>
            <p:cNvSpPr/>
            <p:nvPr/>
          </p:nvSpPr>
          <p:spPr>
            <a:xfrm>
              <a:off x="8064058" y="11490203"/>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Oval 59">
              <a:extLst>
                <a:ext uri="{FF2B5EF4-FFF2-40B4-BE49-F238E27FC236}">
                  <a16:creationId xmlns:a16="http://schemas.microsoft.com/office/drawing/2014/main" id="{AE7B8642-F662-C37A-E7A6-B3FF09F898C7}"/>
                </a:ext>
              </a:extLst>
            </p:cNvPr>
            <p:cNvSpPr/>
            <p:nvPr/>
          </p:nvSpPr>
          <p:spPr>
            <a:xfrm>
              <a:off x="8146068" y="10629162"/>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1" name="Oval 60">
              <a:extLst>
                <a:ext uri="{FF2B5EF4-FFF2-40B4-BE49-F238E27FC236}">
                  <a16:creationId xmlns:a16="http://schemas.microsoft.com/office/drawing/2014/main" id="{47449CD1-8E8C-114E-0F55-FAE07EC5172E}"/>
                </a:ext>
              </a:extLst>
            </p:cNvPr>
            <p:cNvSpPr/>
            <p:nvPr/>
          </p:nvSpPr>
          <p:spPr>
            <a:xfrm>
              <a:off x="7986042" y="10469137"/>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2" name="Oval 61">
              <a:extLst>
                <a:ext uri="{FF2B5EF4-FFF2-40B4-BE49-F238E27FC236}">
                  <a16:creationId xmlns:a16="http://schemas.microsoft.com/office/drawing/2014/main" id="{90E285D6-9832-7C29-B119-348397094A3E}"/>
                </a:ext>
              </a:extLst>
            </p:cNvPr>
            <p:cNvSpPr/>
            <p:nvPr/>
          </p:nvSpPr>
          <p:spPr>
            <a:xfrm>
              <a:off x="8581870" y="10864062"/>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4" name="Oval 63">
              <a:extLst>
                <a:ext uri="{FF2B5EF4-FFF2-40B4-BE49-F238E27FC236}">
                  <a16:creationId xmlns:a16="http://schemas.microsoft.com/office/drawing/2014/main" id="{9A2EE260-0836-1695-B72B-56BF2A7C3A0B}"/>
                </a:ext>
              </a:extLst>
            </p:cNvPr>
            <p:cNvSpPr/>
            <p:nvPr/>
          </p:nvSpPr>
          <p:spPr>
            <a:xfrm>
              <a:off x="8507641" y="10552775"/>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042174A4-0894-C379-8644-1189455613ED}"/>
                </a:ext>
              </a:extLst>
            </p:cNvPr>
            <p:cNvSpPr/>
            <p:nvPr/>
          </p:nvSpPr>
          <p:spPr>
            <a:xfrm>
              <a:off x="8043994" y="10065035"/>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7" name="Oval 66">
              <a:extLst>
                <a:ext uri="{FF2B5EF4-FFF2-40B4-BE49-F238E27FC236}">
                  <a16:creationId xmlns:a16="http://schemas.microsoft.com/office/drawing/2014/main" id="{F6609E88-5E1C-CC52-5F40-694F92824129}"/>
                </a:ext>
              </a:extLst>
            </p:cNvPr>
            <p:cNvSpPr/>
            <p:nvPr/>
          </p:nvSpPr>
          <p:spPr>
            <a:xfrm>
              <a:off x="9095164" y="11442640"/>
              <a:ext cx="127734" cy="133720"/>
            </a:xfrm>
            <a:prstGeom prst="ellipse">
              <a:avLst/>
            </a:prstGeom>
            <a:solidFill>
              <a:srgbClr val="E377C2"/>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85D273DC-7441-B9CC-64A2-BF063C78F86B}"/>
                </a:ext>
              </a:extLst>
            </p:cNvPr>
            <p:cNvSpPr/>
            <p:nvPr/>
          </p:nvSpPr>
          <p:spPr>
            <a:xfrm>
              <a:off x="8747565" y="11638469"/>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Oval 2">
              <a:extLst>
                <a:ext uri="{FF2B5EF4-FFF2-40B4-BE49-F238E27FC236}">
                  <a16:creationId xmlns:a16="http://schemas.microsoft.com/office/drawing/2014/main" id="{118A2E55-AA6D-1F75-ADDD-BB17BA03AE01}"/>
                </a:ext>
              </a:extLst>
            </p:cNvPr>
            <p:cNvSpPr/>
            <p:nvPr/>
          </p:nvSpPr>
          <p:spPr>
            <a:xfrm>
              <a:off x="8525789" y="11623418"/>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216A8172-41AA-68E6-9EC1-8B0E8E3C3FE2}"/>
                </a:ext>
              </a:extLst>
            </p:cNvPr>
            <p:cNvSpPr/>
            <p:nvPr/>
          </p:nvSpPr>
          <p:spPr>
            <a:xfrm>
              <a:off x="7615701" y="10736654"/>
              <a:ext cx="127734" cy="133720"/>
            </a:xfrm>
            <a:prstGeom prst="ellipse">
              <a:avLst/>
            </a:prstGeom>
            <a:solidFill>
              <a:srgbClr val="FF7F0E"/>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8" name="Oval 67">
              <a:extLst>
                <a:ext uri="{FF2B5EF4-FFF2-40B4-BE49-F238E27FC236}">
                  <a16:creationId xmlns:a16="http://schemas.microsoft.com/office/drawing/2014/main" id="{1457419A-3D89-EB69-58A3-71F7F567E5A1}"/>
                </a:ext>
              </a:extLst>
            </p:cNvPr>
            <p:cNvSpPr/>
            <p:nvPr/>
          </p:nvSpPr>
          <p:spPr>
            <a:xfrm>
              <a:off x="7874452" y="11238624"/>
              <a:ext cx="127734" cy="133720"/>
            </a:xfrm>
            <a:prstGeom prst="ellipse">
              <a:avLst/>
            </a:prstGeom>
            <a:solidFill>
              <a:srgbClr val="17BECF"/>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7323069-0F1F-3AE6-C761-F74762758362}"/>
                    </a:ext>
                  </a:extLst>
                </p:cNvPr>
                <p:cNvSpPr txBox="1"/>
                <p:nvPr/>
              </p:nvSpPr>
              <p:spPr>
                <a:xfrm>
                  <a:off x="10017737" y="9708798"/>
                  <a:ext cx="2061155" cy="1321324"/>
                </a:xfrm>
                <a:prstGeom prst="rect">
                  <a:avLst/>
                </a:prstGeom>
                <a:noFill/>
              </p:spPr>
              <p:txBody>
                <a:bodyPr wrap="square" rtlCol="0">
                  <a:spAutoFit/>
                </a:bodyPr>
                <a:lstStyle/>
                <a:p>
                  <a:pPr defTabSz="480079">
                    <a:defRPr/>
                  </a:pPr>
                  <a14:m>
                    <m:oMathPara xmlns:m="http://schemas.openxmlformats.org/officeDocument/2006/math">
                      <m:oMathParaPr>
                        <m:jc m:val="left"/>
                      </m:oMathParaPr>
                      <m:oMath xmlns:m="http://schemas.openxmlformats.org/officeDocument/2006/math">
                        <m:sSub>
                          <m:sSubPr>
                            <m:ctrlPr>
                              <a:rPr lang="en-AU" sz="1891" b="1" i="1" smtClean="0">
                                <a:solidFill>
                                  <a:srgbClr val="17BECF"/>
                                </a:solidFill>
                                <a:latin typeface="Cambria Math" panose="02040503050406030204" pitchFamily="18" charset="0"/>
                              </a:rPr>
                            </m:ctrlPr>
                          </m:sSubPr>
                          <m:e>
                            <m:r>
                              <a:rPr lang="en-AU" sz="1891" b="1" i="1">
                                <a:solidFill>
                                  <a:srgbClr val="17BECF"/>
                                </a:solidFill>
                                <a:latin typeface="Cambria Math" panose="02040503050406030204" pitchFamily="18" charset="0"/>
                              </a:rPr>
                              <m:t>𝑿</m:t>
                            </m:r>
                          </m:e>
                          <m:sub>
                            <m:r>
                              <a:rPr lang="en-AU" sz="1891" b="1" i="1">
                                <a:solidFill>
                                  <a:srgbClr val="17BECF"/>
                                </a:solidFill>
                                <a:latin typeface="Cambria Math" panose="02040503050406030204" pitchFamily="18" charset="0"/>
                              </a:rPr>
                              <m:t>𝟏</m:t>
                            </m:r>
                          </m:sub>
                        </m:sSub>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d>
                              <m:dPr>
                                <m:ctrlPr>
                                  <a:rPr lang="en-AU" sz="1891" i="1">
                                    <a:solidFill>
                                      <a:srgbClr val="212121"/>
                                    </a:solidFill>
                                    <a:latin typeface="Cambria Math" panose="02040503050406030204" pitchFamily="18" charset="0"/>
                                    <a:ea typeface="Cambria Math" panose="02040503050406030204" pitchFamily="18" charset="0"/>
                                  </a:rPr>
                                </m:ctrlPr>
                              </m:dPr>
                              <m:e>
                                <m:f>
                                  <m:fPr>
                                    <m:ctrlPr>
                                      <a:rPr lang="en-AU" sz="1891" i="1">
                                        <a:solidFill>
                                          <a:srgbClr val="212121"/>
                                        </a:solidFill>
                                        <a:latin typeface="Cambria Math" panose="02040503050406030204" pitchFamily="18" charset="0"/>
                                        <a:ea typeface="Cambria Math" panose="02040503050406030204" pitchFamily="18" charset="0"/>
                                      </a:rPr>
                                    </m:ctrlPr>
                                  </m:fPr>
                                  <m:num>
                                    <m:r>
                                      <a:rPr lang="en-AU" sz="1891" i="1">
                                        <a:solidFill>
                                          <a:srgbClr val="212121"/>
                                        </a:solidFill>
                                        <a:latin typeface="Cambria Math" panose="02040503050406030204" pitchFamily="18" charset="0"/>
                                        <a:ea typeface="Cambria Math" panose="02040503050406030204" pitchFamily="18" charset="0"/>
                                      </a:rPr>
                                      <m:t>𝑛</m:t>
                                    </m:r>
                                  </m:num>
                                  <m:den>
                                    <m:r>
                                      <a:rPr lang="en-AU" sz="1891" i="1">
                                        <a:solidFill>
                                          <a:srgbClr val="212121"/>
                                        </a:solidFill>
                                        <a:latin typeface="Cambria Math" panose="02040503050406030204" pitchFamily="18" charset="0"/>
                                        <a:ea typeface="Cambria Math" panose="02040503050406030204" pitchFamily="18" charset="0"/>
                                      </a:rPr>
                                      <m:t>𝑘</m:t>
                                    </m:r>
                                  </m:den>
                                </m:f>
                              </m:e>
                            </m:d>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r>
                          <a:rPr lang="en-AU" sz="1891" i="1">
                            <a:solidFill>
                              <a:srgbClr val="212121"/>
                            </a:solidFill>
                            <a:latin typeface="Cambria Math" panose="02040503050406030204" pitchFamily="18" charset="0"/>
                            <a:ea typeface="Cambria Math" panose="02040503050406030204" pitchFamily="18" charset="0"/>
                          </a:rPr>
                          <m:t>⊂</m:t>
                        </m:r>
                        <m:r>
                          <a:rPr lang="en-AU" sz="1891" b="1" i="1">
                            <a:solidFill>
                              <a:srgbClr val="212121"/>
                            </a:solidFill>
                            <a:latin typeface="Cambria Math" panose="02040503050406030204" pitchFamily="18" charset="0"/>
                            <a:ea typeface="Cambria Math" panose="02040503050406030204" pitchFamily="18" charset="0"/>
                          </a:rPr>
                          <m:t>𝑿</m:t>
                        </m:r>
                      </m:oMath>
                    </m:oMathPara>
                  </a14:m>
                  <a:endParaRPr lang="en-AU" sz="1891" b="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defRPr/>
                  </a:pPr>
                  <a14:m>
                    <m:oMathPara xmlns:m="http://schemas.openxmlformats.org/officeDocument/2006/math">
                      <m:oMathParaPr>
                        <m:jc m:val="left"/>
                      </m:oMathParaPr>
                      <m:oMath xmlns:m="http://schemas.openxmlformats.org/officeDocument/2006/math">
                        <m:sSub>
                          <m:sSubPr>
                            <m:ctrlPr>
                              <a:rPr lang="en-AU" sz="1891" b="1" i="1" smtClean="0">
                                <a:solidFill>
                                  <a:srgbClr val="E377C2"/>
                                </a:solidFill>
                                <a:latin typeface="Cambria Math" panose="02040503050406030204" pitchFamily="18" charset="0"/>
                              </a:rPr>
                            </m:ctrlPr>
                          </m:sSubPr>
                          <m:e>
                            <m:r>
                              <a:rPr lang="en-AU" sz="1891" b="1" i="1">
                                <a:solidFill>
                                  <a:srgbClr val="E377C2"/>
                                </a:solidFill>
                                <a:latin typeface="Cambria Math" panose="02040503050406030204" pitchFamily="18" charset="0"/>
                              </a:rPr>
                              <m:t>𝑿</m:t>
                            </m:r>
                          </m:e>
                          <m:sub>
                            <m:r>
                              <a:rPr lang="en-AU" sz="1891" b="1" i="1">
                                <a:solidFill>
                                  <a:srgbClr val="E377C2"/>
                                </a:solidFill>
                                <a:latin typeface="Cambria Math" panose="02040503050406030204" pitchFamily="18" charset="0"/>
                              </a:rPr>
                              <m:t>𝟐</m:t>
                            </m:r>
                          </m:sub>
                        </m:sSub>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d>
                              <m:dPr>
                                <m:ctrlPr>
                                  <a:rPr lang="en-AU" sz="1891" i="1">
                                    <a:solidFill>
                                      <a:srgbClr val="212121"/>
                                    </a:solidFill>
                                    <a:latin typeface="Cambria Math" panose="02040503050406030204" pitchFamily="18" charset="0"/>
                                    <a:ea typeface="Cambria Math" panose="02040503050406030204" pitchFamily="18" charset="0"/>
                                  </a:rPr>
                                </m:ctrlPr>
                              </m:dPr>
                              <m:e>
                                <m:f>
                                  <m:fPr>
                                    <m:ctrlPr>
                                      <a:rPr lang="en-AU" sz="1891" i="1">
                                        <a:solidFill>
                                          <a:srgbClr val="212121"/>
                                        </a:solidFill>
                                        <a:latin typeface="Cambria Math" panose="02040503050406030204" pitchFamily="18" charset="0"/>
                                        <a:ea typeface="Cambria Math" panose="02040503050406030204" pitchFamily="18" charset="0"/>
                                      </a:rPr>
                                    </m:ctrlPr>
                                  </m:fPr>
                                  <m:num>
                                    <m:r>
                                      <a:rPr lang="en-AU" sz="1891" i="1">
                                        <a:solidFill>
                                          <a:srgbClr val="212121"/>
                                        </a:solidFill>
                                        <a:latin typeface="Cambria Math" panose="02040503050406030204" pitchFamily="18" charset="0"/>
                                        <a:ea typeface="Cambria Math" panose="02040503050406030204" pitchFamily="18" charset="0"/>
                                      </a:rPr>
                                      <m:t>𝑛</m:t>
                                    </m:r>
                                  </m:num>
                                  <m:den>
                                    <m:r>
                                      <a:rPr lang="en-AU" sz="1891" i="1">
                                        <a:solidFill>
                                          <a:srgbClr val="212121"/>
                                        </a:solidFill>
                                        <a:latin typeface="Cambria Math" panose="02040503050406030204" pitchFamily="18" charset="0"/>
                                        <a:ea typeface="Cambria Math" panose="02040503050406030204" pitchFamily="18" charset="0"/>
                                      </a:rPr>
                                      <m:t>𝑘</m:t>
                                    </m:r>
                                  </m:den>
                                </m:f>
                              </m:e>
                            </m:d>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r>
                          <a:rPr lang="en-AU" sz="1891" i="1">
                            <a:solidFill>
                              <a:srgbClr val="212121"/>
                            </a:solidFill>
                            <a:latin typeface="Cambria Math" panose="02040503050406030204" pitchFamily="18" charset="0"/>
                            <a:ea typeface="Cambria Math" panose="02040503050406030204" pitchFamily="18" charset="0"/>
                          </a:rPr>
                          <m:t>⊂</m:t>
                        </m:r>
                        <m:r>
                          <a:rPr lang="en-AU" sz="1891" b="1" i="1">
                            <a:solidFill>
                              <a:srgbClr val="212121"/>
                            </a:solidFill>
                            <a:latin typeface="Cambria Math" panose="02040503050406030204" pitchFamily="18" charset="0"/>
                            <a:ea typeface="Cambria Math" panose="02040503050406030204" pitchFamily="18" charset="0"/>
                          </a:rPr>
                          <m:t>𝑿</m:t>
                        </m:r>
                      </m:oMath>
                    </m:oMathPara>
                  </a14:m>
                  <a:endParaRPr lang="en-AU" sz="1891" b="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defRPr/>
                  </a:pPr>
                  <a14:m>
                    <m:oMathPara xmlns:m="http://schemas.openxmlformats.org/officeDocument/2006/math">
                      <m:oMathParaPr>
                        <m:jc m:val="left"/>
                      </m:oMathParaPr>
                      <m:oMath xmlns:m="http://schemas.openxmlformats.org/officeDocument/2006/math">
                        <m:sSub>
                          <m:sSubPr>
                            <m:ctrlPr>
                              <a:rPr lang="en-AU" sz="1891" b="1" i="1" smtClean="0">
                                <a:solidFill>
                                  <a:srgbClr val="FF7F0E"/>
                                </a:solidFill>
                                <a:latin typeface="Cambria Math" panose="02040503050406030204" pitchFamily="18" charset="0"/>
                              </a:rPr>
                            </m:ctrlPr>
                          </m:sSubPr>
                          <m:e>
                            <m:r>
                              <a:rPr lang="en-AU" sz="1891" b="1" i="1">
                                <a:solidFill>
                                  <a:srgbClr val="FF7F0E"/>
                                </a:solidFill>
                                <a:latin typeface="Cambria Math" panose="02040503050406030204" pitchFamily="18" charset="0"/>
                              </a:rPr>
                              <m:t>𝑿</m:t>
                            </m:r>
                          </m:e>
                          <m:sub>
                            <m:r>
                              <a:rPr lang="en-AU" sz="1891" b="1" i="1">
                                <a:solidFill>
                                  <a:srgbClr val="FF7F0E"/>
                                </a:solidFill>
                                <a:latin typeface="Cambria Math" panose="02040503050406030204" pitchFamily="18" charset="0"/>
                              </a:rPr>
                              <m:t>𝟑</m:t>
                            </m:r>
                          </m:sub>
                        </m:sSub>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d>
                              <m:dPr>
                                <m:ctrlPr>
                                  <a:rPr lang="en-AU" sz="1891" i="1">
                                    <a:solidFill>
                                      <a:srgbClr val="212121"/>
                                    </a:solidFill>
                                    <a:latin typeface="Cambria Math" panose="02040503050406030204" pitchFamily="18" charset="0"/>
                                    <a:ea typeface="Cambria Math" panose="02040503050406030204" pitchFamily="18" charset="0"/>
                                  </a:rPr>
                                </m:ctrlPr>
                              </m:dPr>
                              <m:e>
                                <m:f>
                                  <m:fPr>
                                    <m:ctrlPr>
                                      <a:rPr lang="en-AU" sz="1891" i="1">
                                        <a:solidFill>
                                          <a:srgbClr val="212121"/>
                                        </a:solidFill>
                                        <a:latin typeface="Cambria Math" panose="02040503050406030204" pitchFamily="18" charset="0"/>
                                        <a:ea typeface="Cambria Math" panose="02040503050406030204" pitchFamily="18" charset="0"/>
                                      </a:rPr>
                                    </m:ctrlPr>
                                  </m:fPr>
                                  <m:num>
                                    <m:r>
                                      <a:rPr lang="en-AU" sz="1891" i="1">
                                        <a:solidFill>
                                          <a:srgbClr val="212121"/>
                                        </a:solidFill>
                                        <a:latin typeface="Cambria Math" panose="02040503050406030204" pitchFamily="18" charset="0"/>
                                        <a:ea typeface="Cambria Math" panose="02040503050406030204" pitchFamily="18" charset="0"/>
                                      </a:rPr>
                                      <m:t>𝑛</m:t>
                                    </m:r>
                                  </m:num>
                                  <m:den>
                                    <m:r>
                                      <a:rPr lang="en-AU" sz="1891" i="1">
                                        <a:solidFill>
                                          <a:srgbClr val="212121"/>
                                        </a:solidFill>
                                        <a:latin typeface="Cambria Math" panose="02040503050406030204" pitchFamily="18" charset="0"/>
                                        <a:ea typeface="Cambria Math" panose="02040503050406030204" pitchFamily="18" charset="0"/>
                                      </a:rPr>
                                      <m:t>𝑘</m:t>
                                    </m:r>
                                  </m:den>
                                </m:f>
                              </m:e>
                            </m:d>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r>
                          <a:rPr lang="en-AU" sz="1891" i="1">
                            <a:solidFill>
                              <a:srgbClr val="212121"/>
                            </a:solidFill>
                            <a:latin typeface="Cambria Math" panose="02040503050406030204" pitchFamily="18" charset="0"/>
                            <a:ea typeface="Cambria Math" panose="02040503050406030204" pitchFamily="18" charset="0"/>
                          </a:rPr>
                          <m:t>⊂</m:t>
                        </m:r>
                        <m:r>
                          <a:rPr lang="en-AU" sz="1891" b="1" i="1">
                            <a:solidFill>
                              <a:srgbClr val="212121"/>
                            </a:solidFill>
                            <a:latin typeface="Cambria Math" panose="02040503050406030204" pitchFamily="18" charset="0"/>
                            <a:ea typeface="Cambria Math" panose="02040503050406030204" pitchFamily="18" charset="0"/>
                          </a:rPr>
                          <m:t>𝑿</m:t>
                        </m:r>
                      </m:oMath>
                    </m:oMathPara>
                  </a14:m>
                  <a:endParaRPr lang="en-AU" sz="1891" b="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TextBox 80">
                  <a:extLst>
                    <a:ext uri="{FF2B5EF4-FFF2-40B4-BE49-F238E27FC236}">
                      <a16:creationId xmlns:a16="http://schemas.microsoft.com/office/drawing/2014/main" id="{97323069-0F1F-3AE6-C761-F74762758362}"/>
                    </a:ext>
                  </a:extLst>
                </p:cNvPr>
                <p:cNvSpPr txBox="1">
                  <a:spLocks noRot="1" noChangeAspect="1" noMove="1" noResize="1" noEditPoints="1" noAdjustHandles="1" noChangeArrowheads="1" noChangeShapeType="1" noTextEdit="1"/>
                </p:cNvSpPr>
                <p:nvPr/>
              </p:nvSpPr>
              <p:spPr>
                <a:xfrm>
                  <a:off x="10017737" y="9708798"/>
                  <a:ext cx="2061155" cy="132132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98D9312B-04BE-0F56-8952-9AA0D2629768}"/>
                    </a:ext>
                  </a:extLst>
                </p:cNvPr>
                <p:cNvSpPr txBox="1"/>
                <p:nvPr/>
              </p:nvSpPr>
              <p:spPr>
                <a:xfrm>
                  <a:off x="10017737" y="11234881"/>
                  <a:ext cx="2778549" cy="1401730"/>
                </a:xfrm>
                <a:prstGeom prst="rect">
                  <a:avLst/>
                </a:prstGeom>
                <a:noFill/>
              </p:spPr>
              <p:txBody>
                <a:bodyPr wrap="square" rtlCol="0">
                  <a:spAutoFit/>
                </a:bodyPr>
                <a:lstStyle/>
                <a:p>
                  <a:pPr defTabSz="480079">
                    <a:lnSpc>
                      <a:spcPct val="150000"/>
                    </a:lnSpc>
                    <a:defRPr/>
                  </a:pPr>
                  <a14:m>
                    <m:oMathPara xmlns:m="http://schemas.openxmlformats.org/officeDocument/2006/math">
                      <m:oMathParaPr>
                        <m:jc m:val="left"/>
                      </m:oMathParaPr>
                      <m:oMath xmlns:m="http://schemas.openxmlformats.org/officeDocument/2006/math">
                        <m:sSub>
                          <m:sSubPr>
                            <m:ctrlPr>
                              <a:rPr lang="en-AU" sz="1891" b="1" i="1" smtClean="0">
                                <a:solidFill>
                                  <a:srgbClr val="17BECF"/>
                                </a:solidFill>
                                <a:latin typeface="Cambria Math" panose="02040503050406030204" pitchFamily="18" charset="0"/>
                              </a:rPr>
                            </m:ctrlPr>
                          </m:sSubPr>
                          <m:e>
                            <m:r>
                              <a:rPr lang="en-AU" sz="1891" b="1" i="1">
                                <a:solidFill>
                                  <a:srgbClr val="17BECF"/>
                                </a:solidFill>
                                <a:latin typeface="Cambria Math" panose="02040503050406030204" pitchFamily="18" charset="0"/>
                              </a:rPr>
                              <m:t>𝒁</m:t>
                            </m:r>
                          </m:e>
                          <m:sub>
                            <m:r>
                              <a:rPr lang="en-AU" sz="1891" b="1" i="1">
                                <a:solidFill>
                                  <a:srgbClr val="17BECF"/>
                                </a:solidFill>
                                <a:latin typeface="Cambria Math" panose="02040503050406030204" pitchFamily="18" charset="0"/>
                              </a:rPr>
                              <m:t>𝟏</m:t>
                            </m:r>
                          </m:sub>
                        </m:sSub>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𝐴𝐴</m:t>
                        </m:r>
                        <m:r>
                          <a:rPr lang="en-AU" sz="1891" i="1">
                            <a:solidFill>
                              <a:srgbClr val="212121"/>
                            </a:solidFill>
                            <a:latin typeface="Cambria Math" panose="02040503050406030204" pitchFamily="18" charset="0"/>
                          </a:rPr>
                          <m:t>(</m:t>
                        </m:r>
                        <m:sSub>
                          <m:sSubPr>
                            <m:ctrlPr>
                              <a:rPr lang="en-AU" sz="1891" b="1" i="1" smtClean="0">
                                <a:solidFill>
                                  <a:srgbClr val="17BECF"/>
                                </a:solidFill>
                                <a:latin typeface="Cambria Math" panose="02040503050406030204" pitchFamily="18" charset="0"/>
                              </a:rPr>
                            </m:ctrlPr>
                          </m:sSubPr>
                          <m:e>
                            <m:r>
                              <a:rPr lang="en-AU" sz="1891" b="1" i="1">
                                <a:solidFill>
                                  <a:srgbClr val="17BECF"/>
                                </a:solidFill>
                                <a:latin typeface="Cambria Math" panose="02040503050406030204" pitchFamily="18" charset="0"/>
                              </a:rPr>
                              <m:t>𝑿</m:t>
                            </m:r>
                          </m:e>
                          <m:sub>
                            <m:r>
                              <a:rPr lang="en-AU" sz="1891" b="1" i="1">
                                <a:solidFill>
                                  <a:srgbClr val="17BECF"/>
                                </a:solidFill>
                                <a:latin typeface="Cambria Math" panose="02040503050406030204" pitchFamily="18" charset="0"/>
                              </a:rPr>
                              <m:t>𝟏</m:t>
                            </m:r>
                          </m:sub>
                        </m:sSub>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r>
                              <a:rPr lang="en-AU" sz="1891" i="1">
                                <a:solidFill>
                                  <a:srgbClr val="212121"/>
                                </a:solidFill>
                                <a:latin typeface="Cambria Math" panose="02040503050406030204" pitchFamily="18" charset="0"/>
                              </a:rPr>
                              <m:t>𝑝</m:t>
                            </m:r>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oMath>
                    </m:oMathPara>
                  </a14:m>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lnSpc>
                      <a:spcPct val="150000"/>
                    </a:lnSpc>
                    <a:defRPr/>
                  </a:pPr>
                  <a14:m>
                    <m:oMathPara xmlns:m="http://schemas.openxmlformats.org/officeDocument/2006/math">
                      <m:oMathParaPr>
                        <m:jc m:val="left"/>
                      </m:oMathParaPr>
                      <m:oMath xmlns:m="http://schemas.openxmlformats.org/officeDocument/2006/math">
                        <m:sSub>
                          <m:sSubPr>
                            <m:ctrlPr>
                              <a:rPr lang="en-AU" sz="1891" b="1" i="1" smtClean="0">
                                <a:solidFill>
                                  <a:srgbClr val="E377C2"/>
                                </a:solidFill>
                                <a:latin typeface="Cambria Math" panose="02040503050406030204" pitchFamily="18" charset="0"/>
                              </a:rPr>
                            </m:ctrlPr>
                          </m:sSubPr>
                          <m:e>
                            <m:r>
                              <a:rPr lang="en-AU" sz="1891" b="1" i="1">
                                <a:solidFill>
                                  <a:srgbClr val="E377C2"/>
                                </a:solidFill>
                                <a:latin typeface="Cambria Math" panose="02040503050406030204" pitchFamily="18" charset="0"/>
                              </a:rPr>
                              <m:t>𝒁</m:t>
                            </m:r>
                          </m:e>
                          <m:sub>
                            <m:r>
                              <a:rPr lang="en-AU" sz="1891" b="1" i="1">
                                <a:solidFill>
                                  <a:srgbClr val="E377C2"/>
                                </a:solidFill>
                                <a:latin typeface="Cambria Math" panose="02040503050406030204" pitchFamily="18" charset="0"/>
                              </a:rPr>
                              <m:t>𝟐</m:t>
                            </m:r>
                          </m:sub>
                        </m:sSub>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𝐴𝐴</m:t>
                        </m:r>
                        <m:r>
                          <a:rPr lang="en-AU" sz="1891" i="1">
                            <a:solidFill>
                              <a:srgbClr val="212121"/>
                            </a:solidFill>
                            <a:latin typeface="Cambria Math" panose="02040503050406030204" pitchFamily="18" charset="0"/>
                          </a:rPr>
                          <m:t>(</m:t>
                        </m:r>
                        <m:sSub>
                          <m:sSubPr>
                            <m:ctrlPr>
                              <a:rPr lang="en-AU" sz="1891" b="1" i="1" smtClean="0">
                                <a:solidFill>
                                  <a:srgbClr val="E377C2"/>
                                </a:solidFill>
                                <a:latin typeface="Cambria Math" panose="02040503050406030204" pitchFamily="18" charset="0"/>
                              </a:rPr>
                            </m:ctrlPr>
                          </m:sSubPr>
                          <m:e>
                            <m:r>
                              <a:rPr lang="en-AU" sz="1891" b="1" i="1">
                                <a:solidFill>
                                  <a:srgbClr val="E377C2"/>
                                </a:solidFill>
                                <a:latin typeface="Cambria Math" panose="02040503050406030204" pitchFamily="18" charset="0"/>
                              </a:rPr>
                              <m:t>𝑿</m:t>
                            </m:r>
                          </m:e>
                          <m:sub>
                            <m:r>
                              <a:rPr lang="en-AU" sz="1891" b="1" i="1">
                                <a:solidFill>
                                  <a:srgbClr val="E377C2"/>
                                </a:solidFill>
                                <a:latin typeface="Cambria Math" panose="02040503050406030204" pitchFamily="18" charset="0"/>
                              </a:rPr>
                              <m:t>𝟐</m:t>
                            </m:r>
                          </m:sub>
                        </m:sSub>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r>
                              <a:rPr lang="en-AU" sz="1891" i="1">
                                <a:solidFill>
                                  <a:srgbClr val="212121"/>
                                </a:solidFill>
                                <a:latin typeface="Cambria Math" panose="02040503050406030204" pitchFamily="18" charset="0"/>
                              </a:rPr>
                              <m:t>𝑝</m:t>
                            </m:r>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oMath>
                    </m:oMathPara>
                  </a14:m>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lnSpc>
                      <a:spcPct val="150000"/>
                    </a:lnSpc>
                    <a:defRPr/>
                  </a:pPr>
                  <a14:m>
                    <m:oMathPara xmlns:m="http://schemas.openxmlformats.org/officeDocument/2006/math">
                      <m:oMathParaPr>
                        <m:jc m:val="left"/>
                      </m:oMathParaPr>
                      <m:oMath xmlns:m="http://schemas.openxmlformats.org/officeDocument/2006/math">
                        <m:sSub>
                          <m:sSubPr>
                            <m:ctrlPr>
                              <a:rPr lang="en-AU" sz="1891" b="1" i="1" smtClean="0">
                                <a:solidFill>
                                  <a:srgbClr val="FF7F0E"/>
                                </a:solidFill>
                                <a:latin typeface="Cambria Math" panose="02040503050406030204" pitchFamily="18" charset="0"/>
                              </a:rPr>
                            </m:ctrlPr>
                          </m:sSubPr>
                          <m:e>
                            <m:r>
                              <a:rPr lang="en-AU" sz="1891" b="1" i="1">
                                <a:solidFill>
                                  <a:srgbClr val="FF7F0E"/>
                                </a:solidFill>
                                <a:latin typeface="Cambria Math" panose="02040503050406030204" pitchFamily="18" charset="0"/>
                              </a:rPr>
                              <m:t>𝒁</m:t>
                            </m:r>
                          </m:e>
                          <m:sub>
                            <m:r>
                              <a:rPr lang="en-AU" sz="1891" b="1" i="1">
                                <a:solidFill>
                                  <a:srgbClr val="FF7F0E"/>
                                </a:solidFill>
                                <a:latin typeface="Cambria Math" panose="02040503050406030204" pitchFamily="18" charset="0"/>
                              </a:rPr>
                              <m:t>𝟑</m:t>
                            </m:r>
                          </m:sub>
                        </m:sSub>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𝐴𝐴</m:t>
                        </m:r>
                        <m:d>
                          <m:dPr>
                            <m:ctrlPr>
                              <a:rPr lang="en-AU" sz="1891" i="1">
                                <a:solidFill>
                                  <a:srgbClr val="212121"/>
                                </a:solidFill>
                                <a:latin typeface="Cambria Math" panose="02040503050406030204" pitchFamily="18" charset="0"/>
                              </a:rPr>
                            </m:ctrlPr>
                          </m:dPr>
                          <m:e>
                            <m:sSub>
                              <m:sSubPr>
                                <m:ctrlPr>
                                  <a:rPr lang="en-AU" sz="1891" b="1" i="1" smtClean="0">
                                    <a:solidFill>
                                      <a:srgbClr val="FF7F0E"/>
                                    </a:solidFill>
                                    <a:latin typeface="Cambria Math" panose="02040503050406030204" pitchFamily="18" charset="0"/>
                                  </a:rPr>
                                </m:ctrlPr>
                              </m:sSubPr>
                              <m:e>
                                <m:r>
                                  <a:rPr lang="en-AU" sz="1891" b="1" i="1">
                                    <a:solidFill>
                                      <a:srgbClr val="FF7F0E"/>
                                    </a:solidFill>
                                    <a:latin typeface="Cambria Math" panose="02040503050406030204" pitchFamily="18" charset="0"/>
                                  </a:rPr>
                                  <m:t>𝑿</m:t>
                                </m:r>
                              </m:e>
                              <m:sub>
                                <m:r>
                                  <a:rPr lang="en-AU" sz="1891" b="1" i="1">
                                    <a:solidFill>
                                      <a:srgbClr val="FF7F0E"/>
                                    </a:solidFill>
                                    <a:latin typeface="Cambria Math" panose="02040503050406030204" pitchFamily="18" charset="0"/>
                                  </a:rPr>
                                  <m:t>𝟑</m:t>
                                </m:r>
                              </m:sub>
                            </m:sSub>
                          </m:e>
                        </m:d>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r>
                              <a:rPr lang="en-AU" sz="1891" i="1">
                                <a:solidFill>
                                  <a:srgbClr val="212121"/>
                                </a:solidFill>
                                <a:latin typeface="Cambria Math" panose="02040503050406030204" pitchFamily="18" charset="0"/>
                              </a:rPr>
                              <m:t>𝑝</m:t>
                            </m:r>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oMath>
                    </m:oMathPara>
                  </a14:m>
                  <a:endPar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TextBox 83">
                  <a:extLst>
                    <a:ext uri="{FF2B5EF4-FFF2-40B4-BE49-F238E27FC236}">
                      <a16:creationId xmlns:a16="http://schemas.microsoft.com/office/drawing/2014/main" id="{98D9312B-04BE-0F56-8952-9AA0D2629768}"/>
                    </a:ext>
                  </a:extLst>
                </p:cNvPr>
                <p:cNvSpPr txBox="1">
                  <a:spLocks noRot="1" noChangeAspect="1" noMove="1" noResize="1" noEditPoints="1" noAdjustHandles="1" noChangeArrowheads="1" noChangeShapeType="1" noTextEdit="1"/>
                </p:cNvSpPr>
                <p:nvPr/>
              </p:nvSpPr>
              <p:spPr>
                <a:xfrm>
                  <a:off x="10017737" y="11234881"/>
                  <a:ext cx="2778549" cy="1401730"/>
                </a:xfrm>
                <a:prstGeom prst="rect">
                  <a:avLst/>
                </a:prstGeom>
                <a:blipFill>
                  <a:blip r:embed="rId6"/>
                  <a:stretch>
                    <a:fillRect/>
                  </a:stretch>
                </a:blipFill>
              </p:spPr>
              <p:txBody>
                <a:bodyPr/>
                <a:lstStyle/>
                <a:p>
                  <a:r>
                    <a:rPr lang="en-GB">
                      <a:noFill/>
                    </a:rPr>
                    <a:t> </a:t>
                  </a:r>
                </a:p>
              </p:txBody>
            </p:sp>
          </mc:Fallback>
        </mc:AlternateContent>
      </p:grpSp>
    </p:spTree>
    <p:custDataLst>
      <p:tags r:id="rId1"/>
    </p:custDataLst>
    <p:extLst>
      <p:ext uri="{BB962C8B-B14F-4D97-AF65-F5344CB8AC3E}">
        <p14:creationId xmlns:p14="http://schemas.microsoft.com/office/powerpoint/2010/main" val="1617902829"/>
      </p:ext>
    </p:extLst>
  </p:cSld>
  <p:clrMapOvr>
    <a:masterClrMapping/>
  </p:clrMapOvr>
  <mc:AlternateContent xmlns:mc="http://schemas.openxmlformats.org/markup-compatibility/2006" xmlns:p14="http://schemas.microsoft.com/office/powerpoint/2010/main">
    <mc:Choice Requires="p14">
      <p:transition p14:dur="0" advTm="524"/>
    </mc:Choice>
    <mc:Fallback xmlns="">
      <p:transition advTm="524"/>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BA288837-1E96-B548-E3EC-A1CF67F03C80}"/>
                  </a:ext>
                </a:extLst>
              </p:cNvPr>
              <p:cNvSpPr txBox="1"/>
              <p:nvPr/>
            </p:nvSpPr>
            <p:spPr>
              <a:xfrm>
                <a:off x="3679466" y="10105317"/>
                <a:ext cx="3194665" cy="2152384"/>
              </a:xfrm>
              <a:prstGeom prst="rect">
                <a:avLst/>
              </a:prstGeom>
              <a:noFill/>
            </p:spPr>
            <p:txBody>
              <a:bodyPr wrap="square">
                <a:spAutoFit/>
              </a:bodyPr>
              <a:lstStyle/>
              <a:p>
                <a:pPr defTabSz="480079">
                  <a:defRPr/>
                </a:pPr>
                <a14:m>
                  <m:oMath xmlns:m="http://schemas.openxmlformats.org/officeDocument/2006/math">
                    <m:r>
                      <a:rPr lang="en-AU" sz="1891" i="1">
                        <a:solidFill>
                          <a:srgbClr val="212121"/>
                        </a:solidFill>
                        <a:latin typeface="Cambria Math" panose="02040503050406030204" pitchFamily="18" charset="0"/>
                      </a:rPr>
                      <m:t>𝑛</m:t>
                    </m:r>
                  </m:oMath>
                </a14:m>
                <a:r>
                  <a:rPr lang="en-AU" sz="1891" i="1" dirty="0">
                    <a:solidFill>
                      <a:srgbClr val="212121"/>
                    </a:solidFill>
                    <a:latin typeface="Calibri" panose="020F0502020204030204" pitchFamily="34" charset="0"/>
                    <a:ea typeface="Calibri" panose="020F0502020204030204" pitchFamily="34" charset="0"/>
                    <a:cs typeface="Calibri" panose="020F0502020204030204" pitchFamily="34" charset="0"/>
                  </a:rPr>
                  <a:t> </a:t>
                </a:r>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number of instances</a:t>
                </a:r>
              </a:p>
              <a:p>
                <a:pPr defTabSz="480079">
                  <a:defRPr/>
                </a:pPr>
                <a14:m>
                  <m:oMath xmlns:m="http://schemas.openxmlformats.org/officeDocument/2006/math">
                    <m:r>
                      <a:rPr lang="en-AU" sz="1891" i="1">
                        <a:solidFill>
                          <a:srgbClr val="212121"/>
                        </a:solidFill>
                        <a:latin typeface="Cambria Math" panose="02040503050406030204" pitchFamily="18" charset="0"/>
                      </a:rPr>
                      <m:t>𝑚</m:t>
                    </m:r>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features</a:t>
                </a:r>
              </a:p>
              <a:p>
                <a:pPr defTabSz="480079">
                  <a:defRPr/>
                </a:pPr>
                <a14:m>
                  <m:oMath xmlns:m="http://schemas.openxmlformats.org/officeDocument/2006/math">
                    <m:r>
                      <a:rPr lang="en-AU" sz="1891" i="1">
                        <a:solidFill>
                          <a:srgbClr val="212121"/>
                        </a:solidFill>
                        <a:latin typeface="Cambria Math" panose="02040503050406030204" pitchFamily="18" charset="0"/>
                      </a:rPr>
                      <m:t>𝑘</m:t>
                    </m:r>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subsets</a:t>
                </a:r>
              </a:p>
              <a:p>
                <a:pPr defTabSz="480079">
                  <a:defRPr/>
                </a:pPr>
                <a14:m>
                  <m:oMath xmlns:m="http://schemas.openxmlformats.org/officeDocument/2006/math">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𝑝</m:t>
                        </m:r>
                      </m:e>
                      <m:sub>
                        <m:r>
                          <a:rPr lang="en-AU" sz="1891" i="1">
                            <a:solidFill>
                              <a:srgbClr val="212121"/>
                            </a:solidFill>
                            <a:latin typeface="Cambria Math" panose="02040503050406030204" pitchFamily="18" charset="0"/>
                          </a:rPr>
                          <m:t>𝑖</m:t>
                        </m:r>
                      </m:sub>
                    </m:sSub>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intermediate archetypes</a:t>
                </a:r>
              </a:p>
              <a:p>
                <a:pPr defTabSz="480079">
                  <a:defRPr/>
                </a:pPr>
                <a14:m>
                  <m:oMath xmlns:m="http://schemas.openxmlformats.org/officeDocument/2006/math">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𝑝</m:t>
                        </m:r>
                      </m:e>
                      <m:sub>
                        <m:r>
                          <a:rPr lang="en-AU" sz="1891" i="1">
                            <a:solidFill>
                              <a:srgbClr val="212121"/>
                            </a:solidFill>
                            <a:latin typeface="Cambria Math" panose="02040503050406030204" pitchFamily="18" charset="0"/>
                          </a:rPr>
                          <m:t>𝑓</m:t>
                        </m:r>
                      </m:sub>
                    </m:sSub>
                  </m:oMath>
                </a14:m>
                <a:r>
                  <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rPr>
                  <a:t> = number of final archetypes</a:t>
                </a:r>
              </a:p>
            </p:txBody>
          </p:sp>
        </mc:Choice>
        <mc:Fallback xmlns="">
          <p:sp>
            <p:nvSpPr>
              <p:cNvPr id="113" name="TextBox 112">
                <a:extLst>
                  <a:ext uri="{FF2B5EF4-FFF2-40B4-BE49-F238E27FC236}">
                    <a16:creationId xmlns:a16="http://schemas.microsoft.com/office/drawing/2014/main" id="{BA288837-1E96-B548-E3EC-A1CF67F03C80}"/>
                  </a:ext>
                </a:extLst>
              </p:cNvPr>
              <p:cNvSpPr txBox="1">
                <a:spLocks noRot="1" noChangeAspect="1" noMove="1" noResize="1" noEditPoints="1" noAdjustHandles="1" noChangeArrowheads="1" noChangeShapeType="1" noTextEdit="1"/>
              </p:cNvSpPr>
              <p:nvPr/>
            </p:nvSpPr>
            <p:spPr>
              <a:xfrm>
                <a:off x="3679466" y="10105317"/>
                <a:ext cx="3194665" cy="2152384"/>
              </a:xfrm>
              <a:prstGeom prst="rect">
                <a:avLst/>
              </a:prstGeom>
              <a:blipFill>
                <a:blip r:embed="rId4"/>
                <a:stretch>
                  <a:fillRect l="-1718" t="-1416" b="-3399"/>
                </a:stretch>
              </a:blipFill>
            </p:spPr>
            <p:txBody>
              <a:bodyPr/>
              <a:lstStyle/>
              <a:p>
                <a:r>
                  <a:rPr lang="en-GB">
                    <a:noFill/>
                  </a:rPr>
                  <a:t> </a:t>
                </a:r>
              </a:p>
            </p:txBody>
          </p:sp>
        </mc:Fallback>
      </mc:AlternateContent>
      <p:sp>
        <p:nvSpPr>
          <p:cNvPr id="36" name="Slide Number Placeholder 2">
            <a:extLst>
              <a:ext uri="{FF2B5EF4-FFF2-40B4-BE49-F238E27FC236}">
                <a16:creationId xmlns:a16="http://schemas.microsoft.com/office/drawing/2014/main" id="{685659C9-62A1-0C40-1053-23687D7BA6A0}"/>
              </a:ext>
            </a:extLst>
          </p:cNvPr>
          <p:cNvSpPr>
            <a:spLocks noGrp="1"/>
          </p:cNvSpPr>
          <p:nvPr>
            <p:ph type="sldNum" sz="quarter" idx="12"/>
          </p:nvPr>
        </p:nvSpPr>
        <p:spPr>
          <a:xfrm>
            <a:off x="3941297" y="13438593"/>
            <a:ext cx="378013" cy="113404"/>
          </a:xfrm>
        </p:spPr>
        <p:txBody>
          <a:bodyPr/>
          <a:lstStyle/>
          <a:p>
            <a:pPr defTabSz="480079">
              <a:defRPr/>
            </a:pPr>
            <a:fld id="{10A01DC5-1685-4615-8240-15192985C6A2}" type="slidenum">
              <a:rPr lang="en-AU">
                <a:solidFill>
                  <a:srgbClr val="212121"/>
                </a:solidFill>
                <a:latin typeface="Calibri" panose="020F0502020204030204" pitchFamily="34" charset="0"/>
                <a:ea typeface="Calibri" panose="020F0502020204030204" pitchFamily="34" charset="0"/>
                <a:cs typeface="Calibri" panose="020F0502020204030204" pitchFamily="34" charset="0"/>
              </a:rPr>
              <a:pPr defTabSz="480079">
                <a:defRPr/>
              </a:pPr>
              <a:t>14</a:t>
            </a:fld>
            <a:endParaRPr lang="en-AU"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3" name="Straight Connector 22">
            <a:extLst>
              <a:ext uri="{FF2B5EF4-FFF2-40B4-BE49-F238E27FC236}">
                <a16:creationId xmlns:a16="http://schemas.microsoft.com/office/drawing/2014/main" id="{DEF48524-05DF-C9A7-779A-9369199995CA}"/>
              </a:ext>
            </a:extLst>
          </p:cNvPr>
          <p:cNvCxnSpPr>
            <a:cxnSpLocks/>
          </p:cNvCxnSpPr>
          <p:nvPr/>
        </p:nvCxnSpPr>
        <p:spPr>
          <a:xfrm flipV="1">
            <a:off x="6956574" y="10105318"/>
            <a:ext cx="444954" cy="382226"/>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8B68731-06C2-6FC3-9380-F7671479ECA7}"/>
              </a:ext>
            </a:extLst>
          </p:cNvPr>
          <p:cNvCxnSpPr>
            <a:cxnSpLocks/>
          </p:cNvCxnSpPr>
          <p:nvPr/>
        </p:nvCxnSpPr>
        <p:spPr>
          <a:xfrm flipV="1">
            <a:off x="6817423" y="10487535"/>
            <a:ext cx="139152" cy="714881"/>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8CA833F-3CBB-84EC-0FA1-59150A2EBAD3}"/>
              </a:ext>
            </a:extLst>
          </p:cNvPr>
          <p:cNvCxnSpPr>
            <a:cxnSpLocks/>
          </p:cNvCxnSpPr>
          <p:nvPr/>
        </p:nvCxnSpPr>
        <p:spPr>
          <a:xfrm flipV="1">
            <a:off x="7401528" y="9862754"/>
            <a:ext cx="552223" cy="242564"/>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3FDDDAA-E8F2-5DA9-76C3-7F34706A43DC}"/>
              </a:ext>
            </a:extLst>
          </p:cNvPr>
          <p:cNvCxnSpPr>
            <a:cxnSpLocks/>
          </p:cNvCxnSpPr>
          <p:nvPr/>
        </p:nvCxnSpPr>
        <p:spPr>
          <a:xfrm>
            <a:off x="7953751" y="9862747"/>
            <a:ext cx="857682" cy="116746"/>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6B5C8BB-43C3-18C1-E8C1-F416CA4FC4E0}"/>
              </a:ext>
            </a:extLst>
          </p:cNvPr>
          <p:cNvCxnSpPr>
            <a:cxnSpLocks/>
          </p:cNvCxnSpPr>
          <p:nvPr/>
        </p:nvCxnSpPr>
        <p:spPr>
          <a:xfrm>
            <a:off x="8811425" y="9979499"/>
            <a:ext cx="633077" cy="636732"/>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C7CDAD1-BF47-68FC-B11E-1B5655E7AF43}"/>
              </a:ext>
            </a:extLst>
          </p:cNvPr>
          <p:cNvCxnSpPr>
            <a:cxnSpLocks/>
          </p:cNvCxnSpPr>
          <p:nvPr/>
        </p:nvCxnSpPr>
        <p:spPr>
          <a:xfrm flipH="1" flipV="1">
            <a:off x="9444502" y="10616224"/>
            <a:ext cx="170416" cy="519983"/>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33AC6F2-A909-1010-D0B3-D9A1DC88DCFC}"/>
              </a:ext>
            </a:extLst>
          </p:cNvPr>
          <p:cNvCxnSpPr>
            <a:cxnSpLocks/>
          </p:cNvCxnSpPr>
          <p:nvPr/>
        </p:nvCxnSpPr>
        <p:spPr>
          <a:xfrm flipH="1">
            <a:off x="9402429" y="11136216"/>
            <a:ext cx="212496" cy="372119"/>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1F830A8-73F4-9A1A-34CA-66E341E95695}"/>
              </a:ext>
            </a:extLst>
          </p:cNvPr>
          <p:cNvCxnSpPr>
            <a:cxnSpLocks/>
          </p:cNvCxnSpPr>
          <p:nvPr/>
        </p:nvCxnSpPr>
        <p:spPr>
          <a:xfrm flipH="1">
            <a:off x="8773703" y="11508335"/>
            <a:ext cx="628719" cy="713047"/>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3C845E2-C2A9-4817-CF0D-5D4E50BF1534}"/>
              </a:ext>
            </a:extLst>
          </p:cNvPr>
          <p:cNvCxnSpPr>
            <a:cxnSpLocks/>
          </p:cNvCxnSpPr>
          <p:nvPr/>
        </p:nvCxnSpPr>
        <p:spPr>
          <a:xfrm flipH="1">
            <a:off x="8218078" y="12221383"/>
            <a:ext cx="555626" cy="224185"/>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3327065-EA88-D766-7593-DE50F54B5FE8}"/>
              </a:ext>
            </a:extLst>
          </p:cNvPr>
          <p:cNvCxnSpPr>
            <a:cxnSpLocks/>
          </p:cNvCxnSpPr>
          <p:nvPr/>
        </p:nvCxnSpPr>
        <p:spPr>
          <a:xfrm flipH="1" flipV="1">
            <a:off x="7658545" y="12435462"/>
            <a:ext cx="559532" cy="10106"/>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821CDF3-500D-002A-6A1D-2AF7150483C5}"/>
              </a:ext>
            </a:extLst>
          </p:cNvPr>
          <p:cNvCxnSpPr>
            <a:cxnSpLocks/>
          </p:cNvCxnSpPr>
          <p:nvPr/>
        </p:nvCxnSpPr>
        <p:spPr>
          <a:xfrm flipH="1" flipV="1">
            <a:off x="7120377" y="12089985"/>
            <a:ext cx="538177" cy="345470"/>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CD08683-A5DF-F5F6-6EF0-C6D2D75E3D4B}"/>
              </a:ext>
            </a:extLst>
          </p:cNvPr>
          <p:cNvCxnSpPr>
            <a:cxnSpLocks/>
          </p:cNvCxnSpPr>
          <p:nvPr/>
        </p:nvCxnSpPr>
        <p:spPr>
          <a:xfrm flipH="1" flipV="1">
            <a:off x="6945157" y="11626912"/>
            <a:ext cx="175220" cy="463080"/>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A5AE097-E72E-D847-9A28-DAF2E735FC99}"/>
              </a:ext>
            </a:extLst>
          </p:cNvPr>
          <p:cNvCxnSpPr>
            <a:cxnSpLocks/>
          </p:cNvCxnSpPr>
          <p:nvPr/>
        </p:nvCxnSpPr>
        <p:spPr>
          <a:xfrm flipH="1" flipV="1">
            <a:off x="6817423" y="11202416"/>
            <a:ext cx="127734" cy="424489"/>
          </a:xfrm>
          <a:prstGeom prst="line">
            <a:avLst/>
          </a:prstGeom>
          <a:ln w="28575">
            <a:solidFill>
              <a:srgbClr val="2CA02C"/>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59E55D6-B52F-8B50-519A-D737C8B81041}"/>
              </a:ext>
            </a:extLst>
          </p:cNvPr>
          <p:cNvSpPr/>
          <p:nvPr/>
        </p:nvSpPr>
        <p:spPr>
          <a:xfrm>
            <a:off x="6887263" y="11559806"/>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EC73C18-BED6-E8B5-7B79-A588E3450026}"/>
              </a:ext>
            </a:extLst>
          </p:cNvPr>
          <p:cNvSpPr/>
          <p:nvPr/>
        </p:nvSpPr>
        <p:spPr>
          <a:xfrm>
            <a:off x="7051259" y="12010572"/>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EF953B45-ED51-ABA1-962B-F174C18E8F94}"/>
              </a:ext>
            </a:extLst>
          </p:cNvPr>
          <p:cNvSpPr/>
          <p:nvPr/>
        </p:nvSpPr>
        <p:spPr>
          <a:xfrm>
            <a:off x="8713315" y="12160847"/>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F9E4544C-C1DF-2F34-802A-544B59012ECE}"/>
              </a:ext>
            </a:extLst>
          </p:cNvPr>
          <p:cNvSpPr/>
          <p:nvPr/>
        </p:nvSpPr>
        <p:spPr>
          <a:xfrm>
            <a:off x="7599326" y="12360324"/>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Oval 18">
            <a:extLst>
              <a:ext uri="{FF2B5EF4-FFF2-40B4-BE49-F238E27FC236}">
                <a16:creationId xmlns:a16="http://schemas.microsoft.com/office/drawing/2014/main" id="{752BC9EC-A412-A5E9-51BB-587BEBCD2FF9}"/>
              </a:ext>
            </a:extLst>
          </p:cNvPr>
          <p:cNvSpPr/>
          <p:nvPr/>
        </p:nvSpPr>
        <p:spPr>
          <a:xfrm>
            <a:off x="6761640" y="11138204"/>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Oval 19">
            <a:extLst>
              <a:ext uri="{FF2B5EF4-FFF2-40B4-BE49-F238E27FC236}">
                <a16:creationId xmlns:a16="http://schemas.microsoft.com/office/drawing/2014/main" id="{DB888A23-D9C5-0B64-EC65-C9724E1D28E9}"/>
              </a:ext>
            </a:extLst>
          </p:cNvPr>
          <p:cNvSpPr/>
          <p:nvPr/>
        </p:nvSpPr>
        <p:spPr>
          <a:xfrm>
            <a:off x="8162947" y="12376286"/>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Oval 10">
            <a:extLst>
              <a:ext uri="{FF2B5EF4-FFF2-40B4-BE49-F238E27FC236}">
                <a16:creationId xmlns:a16="http://schemas.microsoft.com/office/drawing/2014/main" id="{BDF57B7B-3147-FB08-7156-85D610284C8F}"/>
              </a:ext>
            </a:extLst>
          </p:cNvPr>
          <p:cNvSpPr/>
          <p:nvPr/>
        </p:nvSpPr>
        <p:spPr>
          <a:xfrm>
            <a:off x="9328195" y="11442640"/>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Oval 11">
            <a:extLst>
              <a:ext uri="{FF2B5EF4-FFF2-40B4-BE49-F238E27FC236}">
                <a16:creationId xmlns:a16="http://schemas.microsoft.com/office/drawing/2014/main" id="{D65AC4A3-CD1C-B087-E37E-F23AE9A50743}"/>
              </a:ext>
            </a:extLst>
          </p:cNvPr>
          <p:cNvSpPr/>
          <p:nvPr/>
        </p:nvSpPr>
        <p:spPr>
          <a:xfrm>
            <a:off x="9376157" y="10544498"/>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E78C62DB-A4EE-B042-B248-BFCF4E163349}"/>
              </a:ext>
            </a:extLst>
          </p:cNvPr>
          <p:cNvSpPr/>
          <p:nvPr/>
        </p:nvSpPr>
        <p:spPr>
          <a:xfrm>
            <a:off x="7899202" y="9792371"/>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EB1357BC-C913-B556-C9FB-393A4524E615}"/>
              </a:ext>
            </a:extLst>
          </p:cNvPr>
          <p:cNvSpPr/>
          <p:nvPr/>
        </p:nvSpPr>
        <p:spPr>
          <a:xfrm>
            <a:off x="8764822" y="9926093"/>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E9C3DDFD-E22E-025B-75A2-92A42B2CB47A}"/>
              </a:ext>
            </a:extLst>
          </p:cNvPr>
          <p:cNvSpPr/>
          <p:nvPr/>
        </p:nvSpPr>
        <p:spPr>
          <a:xfrm>
            <a:off x="7323417" y="10052754"/>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Oval 20">
            <a:extLst>
              <a:ext uri="{FF2B5EF4-FFF2-40B4-BE49-F238E27FC236}">
                <a16:creationId xmlns:a16="http://schemas.microsoft.com/office/drawing/2014/main" id="{1F43D4D0-AE2F-9B45-8CBE-F9DE7A067EB7}"/>
              </a:ext>
            </a:extLst>
          </p:cNvPr>
          <p:cNvSpPr/>
          <p:nvPr/>
        </p:nvSpPr>
        <p:spPr>
          <a:xfrm>
            <a:off x="9562476" y="11064397"/>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Oval 5">
            <a:extLst>
              <a:ext uri="{FF2B5EF4-FFF2-40B4-BE49-F238E27FC236}">
                <a16:creationId xmlns:a16="http://schemas.microsoft.com/office/drawing/2014/main" id="{0862CFDE-966B-98CC-CA02-F82970255E67}"/>
              </a:ext>
            </a:extLst>
          </p:cNvPr>
          <p:cNvSpPr/>
          <p:nvPr/>
        </p:nvSpPr>
        <p:spPr>
          <a:xfrm>
            <a:off x="6892707" y="10419054"/>
            <a:ext cx="127734" cy="133720"/>
          </a:xfrm>
          <a:prstGeom prst="ellipse">
            <a:avLst/>
          </a:prstGeom>
          <a:solidFill>
            <a:srgbClr val="2CA02C"/>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57991DB1-3B0D-8092-2F7E-9E98D5DB0C0D}"/>
                  </a:ext>
                </a:extLst>
              </p:cNvPr>
              <p:cNvSpPr txBox="1"/>
              <p:nvPr/>
            </p:nvSpPr>
            <p:spPr>
              <a:xfrm>
                <a:off x="10001085" y="10381858"/>
                <a:ext cx="3191262" cy="1300356"/>
              </a:xfrm>
              <a:prstGeom prst="rect">
                <a:avLst/>
              </a:prstGeom>
              <a:noFill/>
            </p:spPr>
            <p:txBody>
              <a:bodyPr wrap="square" rtlCol="0">
                <a:spAutoFit/>
              </a:bodyPr>
              <a:lstStyle/>
              <a:p>
                <a:pPr defTabSz="480079">
                  <a:defRPr/>
                </a:pPr>
                <a14:m>
                  <m:oMathPara xmlns:m="http://schemas.openxmlformats.org/officeDocument/2006/math">
                    <m:oMathParaPr>
                      <m:jc m:val="left"/>
                    </m:oMathParaPr>
                    <m:oMath xmlns:m="http://schemas.openxmlformats.org/officeDocument/2006/math">
                      <m:r>
                        <a:rPr lang="en-AU" sz="1891" i="1">
                          <a:solidFill>
                            <a:srgbClr val="212121"/>
                          </a:solidFill>
                          <a:latin typeface="Cambria Math" panose="02040503050406030204" pitchFamily="18" charset="0"/>
                        </a:rPr>
                        <m:t>𝑍</m:t>
                      </m:r>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𝐴</m:t>
                      </m:r>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𝐵</m:t>
                      </m:r>
                      <m:r>
                        <a:rPr lang="en-AU" sz="1891" i="1">
                          <a:solidFill>
                            <a:srgbClr val="212121"/>
                          </a:solidFill>
                          <a:latin typeface="Cambria Math" panose="02040503050406030204" pitchFamily="18" charset="0"/>
                        </a:rPr>
                        <m:t>=</m:t>
                      </m:r>
                      <m:r>
                        <a:rPr lang="en-AU" sz="1891" i="1">
                          <a:solidFill>
                            <a:srgbClr val="212121"/>
                          </a:solidFill>
                          <a:latin typeface="Cambria Math" panose="02040503050406030204" pitchFamily="18" charset="0"/>
                        </a:rPr>
                        <m:t>𝐴𝐴</m:t>
                      </m:r>
                      <m:d>
                        <m:dPr>
                          <m:ctrlPr>
                            <a:rPr lang="en-AU" sz="1891" i="1">
                              <a:solidFill>
                                <a:srgbClr val="212121"/>
                              </a:solidFill>
                              <a:latin typeface="Cambria Math" panose="02040503050406030204" pitchFamily="18" charset="0"/>
                            </a:rPr>
                          </m:ctrlPr>
                        </m:dPr>
                        <m:e>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𝑋</m:t>
                              </m:r>
                            </m:e>
                            <m:sub>
                              <m:r>
                                <a:rPr lang="en-AU" sz="1891" i="1">
                                  <a:solidFill>
                                    <a:srgbClr val="212121"/>
                                  </a:solidFill>
                                  <a:latin typeface="Cambria Math" panose="02040503050406030204" pitchFamily="18" charset="0"/>
                                </a:rPr>
                                <m:t>𝑓</m:t>
                              </m:r>
                            </m:sub>
                          </m:sSub>
                        </m:e>
                      </m:d>
                    </m:oMath>
                  </m:oMathPara>
                </a14:m>
                <a:endParaRPr lang="en-AU"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defRPr/>
                </a:pPr>
                <a14:m>
                  <m:oMathPara xmlns:m="http://schemas.openxmlformats.org/officeDocument/2006/math">
                    <m:oMathParaPr>
                      <m:jc m:val="left"/>
                    </m:oMathParaPr>
                    <m:oMath xmlns:m="http://schemas.openxmlformats.org/officeDocument/2006/math">
                      <m:r>
                        <a:rPr lang="en-AU" sz="1891" i="1">
                          <a:solidFill>
                            <a:srgbClr val="212121"/>
                          </a:solidFill>
                          <a:latin typeface="Cambria Math" panose="02040503050406030204" pitchFamily="18" charset="0"/>
                        </a:rPr>
                        <m:t>𝑍</m:t>
                      </m:r>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𝑝</m:t>
                              </m:r>
                            </m:e>
                            <m:sub>
                              <m:r>
                                <a:rPr lang="en-AU" sz="1891" i="1">
                                  <a:solidFill>
                                    <a:srgbClr val="212121"/>
                                  </a:solidFill>
                                  <a:latin typeface="Cambria Math" panose="02040503050406030204" pitchFamily="18" charset="0"/>
                                </a:rPr>
                                <m:t>𝑓</m:t>
                              </m:r>
                            </m:sub>
                          </m:sSub>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oMath>
                  </m:oMathPara>
                </a14:m>
                <a:endParaRPr lang="en-AU" sz="1891" i="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defRPr/>
                </a:pPr>
                <a14:m>
                  <m:oMathPara xmlns:m="http://schemas.openxmlformats.org/officeDocument/2006/math">
                    <m:oMathParaPr>
                      <m:jc m:val="left"/>
                    </m:oMathParaPr>
                    <m:oMath xmlns:m="http://schemas.openxmlformats.org/officeDocument/2006/math">
                      <m:r>
                        <a:rPr lang="en-AU" sz="1891" i="1">
                          <a:solidFill>
                            <a:srgbClr val="212121"/>
                          </a:solidFill>
                          <a:latin typeface="Cambria Math" panose="02040503050406030204" pitchFamily="18" charset="0"/>
                        </a:rPr>
                        <m:t>𝐴</m:t>
                      </m:r>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r>
                            <a:rPr lang="en-AU" sz="1891" i="1">
                              <a:solidFill>
                                <a:srgbClr val="212121"/>
                              </a:solidFill>
                              <a:latin typeface="Cambria Math" panose="02040503050406030204" pitchFamily="18" charset="0"/>
                              <a:ea typeface="Cambria Math" panose="02040503050406030204" pitchFamily="18" charset="0"/>
                            </a:rPr>
                            <m:t>𝑛</m:t>
                          </m:r>
                          <m:r>
                            <a:rPr lang="en-AU" sz="1891" i="1">
                              <a:solidFill>
                                <a:srgbClr val="212121"/>
                              </a:solidFill>
                              <a:latin typeface="Cambria Math" panose="02040503050406030204" pitchFamily="18" charset="0"/>
                              <a:ea typeface="Cambria Math" panose="02040503050406030204" pitchFamily="18" charset="0"/>
                            </a:rPr>
                            <m:t>×</m:t>
                          </m:r>
                          <m:sSub>
                            <m:sSubPr>
                              <m:ctrlPr>
                                <a:rPr lang="en-AU" sz="1891" i="1">
                                  <a:solidFill>
                                    <a:srgbClr val="212121"/>
                                  </a:solidFill>
                                  <a:latin typeface="Cambria Math" panose="02040503050406030204" pitchFamily="18" charset="0"/>
                                  <a:ea typeface="Cambria Math" panose="02040503050406030204" pitchFamily="18" charset="0"/>
                                </a:rPr>
                              </m:ctrlPr>
                            </m:sSubPr>
                            <m:e>
                              <m:r>
                                <a:rPr lang="en-AU" sz="1891" i="1">
                                  <a:solidFill>
                                    <a:srgbClr val="212121"/>
                                  </a:solidFill>
                                  <a:latin typeface="Cambria Math" panose="02040503050406030204" pitchFamily="18" charset="0"/>
                                  <a:ea typeface="Cambria Math" panose="02040503050406030204" pitchFamily="18" charset="0"/>
                                </a:rPr>
                                <m:t>𝑝</m:t>
                              </m:r>
                            </m:e>
                            <m:sub>
                              <m:r>
                                <a:rPr lang="en-AU" sz="1891" i="1">
                                  <a:solidFill>
                                    <a:srgbClr val="212121"/>
                                  </a:solidFill>
                                  <a:latin typeface="Cambria Math" panose="02040503050406030204" pitchFamily="18" charset="0"/>
                                  <a:ea typeface="Cambria Math" panose="02040503050406030204" pitchFamily="18" charset="0"/>
                                </a:rPr>
                                <m:t>𝑓</m:t>
                              </m:r>
                            </m:sub>
                          </m:sSub>
                        </m:sup>
                      </m:sSup>
                    </m:oMath>
                  </m:oMathPara>
                </a14:m>
                <a:endParaRPr lang="en-AU" sz="1891" i="1" dirty="0">
                  <a:solidFill>
                    <a:srgbClr val="212121"/>
                  </a:solidFill>
                  <a:latin typeface="Calibri" panose="020F0502020204030204" pitchFamily="34" charset="0"/>
                  <a:ea typeface="Calibri" panose="020F0502020204030204" pitchFamily="34" charset="0"/>
                  <a:cs typeface="Calibri" panose="020F0502020204030204" pitchFamily="34" charset="0"/>
                </a:endParaRPr>
              </a:p>
              <a:p>
                <a:pPr defTabSz="480079">
                  <a:defRPr/>
                </a:pPr>
                <a14:m>
                  <m:oMathPara xmlns:m="http://schemas.openxmlformats.org/officeDocument/2006/math">
                    <m:oMathParaPr>
                      <m:jc m:val="left"/>
                    </m:oMathParaPr>
                    <m:oMath xmlns:m="http://schemas.openxmlformats.org/officeDocument/2006/math">
                      <m:r>
                        <m:rPr>
                          <m:sty m:val="p"/>
                        </m:rPr>
                        <a:rPr lang="en-AU" sz="1891">
                          <a:solidFill>
                            <a:srgbClr val="212121"/>
                          </a:solidFill>
                          <a:latin typeface="Cambria Math" panose="02040503050406030204" pitchFamily="18" charset="0"/>
                        </a:rPr>
                        <m:t>B</m:t>
                      </m:r>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𝑝</m:t>
                              </m:r>
                            </m:e>
                            <m:sub>
                              <m:r>
                                <a:rPr lang="en-AU" sz="1891" i="1">
                                  <a:solidFill>
                                    <a:srgbClr val="212121"/>
                                  </a:solidFill>
                                  <a:latin typeface="Cambria Math" panose="02040503050406030204" pitchFamily="18" charset="0"/>
                                </a:rPr>
                                <m:t>𝑓</m:t>
                              </m:r>
                            </m:sub>
                          </m:sSub>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𝑛</m:t>
                          </m:r>
                        </m:sup>
                      </m:sSup>
                    </m:oMath>
                  </m:oMathPara>
                </a14:m>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8" name="TextBox 107">
                <a:extLst>
                  <a:ext uri="{FF2B5EF4-FFF2-40B4-BE49-F238E27FC236}">
                    <a16:creationId xmlns:a16="http://schemas.microsoft.com/office/drawing/2014/main" id="{57991DB1-3B0D-8092-2F7E-9E98D5DB0C0D}"/>
                  </a:ext>
                </a:extLst>
              </p:cNvPr>
              <p:cNvSpPr txBox="1">
                <a:spLocks noRot="1" noChangeAspect="1" noMove="1" noResize="1" noEditPoints="1" noAdjustHandles="1" noChangeArrowheads="1" noChangeShapeType="1" noTextEdit="1"/>
              </p:cNvSpPr>
              <p:nvPr/>
            </p:nvSpPr>
            <p:spPr>
              <a:xfrm>
                <a:off x="10001085" y="10381858"/>
                <a:ext cx="3191262" cy="130035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53E5467-CE83-A7CB-F7ED-AA5792EE0CF6}"/>
                  </a:ext>
                </a:extLst>
              </p:cNvPr>
              <p:cNvSpPr txBox="1"/>
              <p:nvPr/>
            </p:nvSpPr>
            <p:spPr>
              <a:xfrm>
                <a:off x="10011998" y="11680654"/>
                <a:ext cx="3190611" cy="1074718"/>
              </a:xfrm>
              <a:prstGeom prst="rect">
                <a:avLst/>
              </a:prstGeom>
              <a:noFill/>
            </p:spPr>
            <p:txBody>
              <a:bodyPr wrap="square" rtlCol="0">
                <a:spAutoFit/>
              </a:bodyPr>
              <a:lstStyle/>
              <a:p>
                <a:pPr algn="ctr" defTabSz="480079">
                  <a:defRPr/>
                </a:pPr>
                <a14:m>
                  <m:oMathPara xmlns:m="http://schemas.openxmlformats.org/officeDocument/2006/math">
                    <m:oMathParaPr>
                      <m:jc m:val="left"/>
                    </m:oMathParaPr>
                    <m:oMath xmlns:m="http://schemas.openxmlformats.org/officeDocument/2006/math">
                      <m:r>
                        <a:rPr lang="en-AU" sz="1891" i="1">
                          <a:solidFill>
                            <a:srgbClr val="212121"/>
                          </a:solidFill>
                          <a:latin typeface="Cambria Math" panose="02040503050406030204" pitchFamily="18" charset="0"/>
                        </a:rPr>
                        <m:t>𝑅𝑆𝑆</m:t>
                      </m:r>
                      <m:r>
                        <a:rPr lang="en-AU" sz="1891" i="1">
                          <a:solidFill>
                            <a:srgbClr val="212121"/>
                          </a:solidFill>
                          <a:latin typeface="Cambria Math" panose="02040503050406030204" pitchFamily="18" charset="0"/>
                        </a:rPr>
                        <m:t>=</m:t>
                      </m:r>
                      <m:sSup>
                        <m:sSupPr>
                          <m:ctrlPr>
                            <a:rPr lang="en-AU" sz="1891" i="1">
                              <a:solidFill>
                                <a:srgbClr val="212121"/>
                              </a:solidFill>
                              <a:latin typeface="Cambria Math" panose="02040503050406030204" pitchFamily="18" charset="0"/>
                            </a:rPr>
                          </m:ctrlPr>
                        </m:sSupPr>
                        <m:e>
                          <m:nary>
                            <m:naryPr>
                              <m:chr m:val="∑"/>
                              <m:ctrlPr>
                                <a:rPr lang="en-AU" sz="1891" i="1">
                                  <a:solidFill>
                                    <a:srgbClr val="212121"/>
                                  </a:solidFill>
                                  <a:latin typeface="Cambria Math" panose="02040503050406030204" pitchFamily="18" charset="0"/>
                                </a:rPr>
                              </m:ctrlPr>
                            </m:naryPr>
                            <m:sub>
                              <m:r>
                                <m:rPr>
                                  <m:brk m:alnAt="23"/>
                                </m:rPr>
                                <a:rPr lang="en-AU" sz="1891" i="1">
                                  <a:solidFill>
                                    <a:srgbClr val="212121"/>
                                  </a:solidFill>
                                  <a:latin typeface="Cambria Math" panose="02040503050406030204" pitchFamily="18" charset="0"/>
                                </a:rPr>
                                <m:t>𝑖</m:t>
                              </m:r>
                              <m:r>
                                <a:rPr lang="en-AU" sz="1891" i="1">
                                  <a:solidFill>
                                    <a:srgbClr val="212121"/>
                                  </a:solidFill>
                                  <a:latin typeface="Cambria Math" panose="02040503050406030204" pitchFamily="18" charset="0"/>
                                </a:rPr>
                                <m:t>=1</m:t>
                              </m:r>
                            </m:sub>
                            <m:sup>
                              <m:r>
                                <a:rPr lang="en-AU" sz="1891" i="1">
                                  <a:solidFill>
                                    <a:srgbClr val="212121"/>
                                  </a:solidFill>
                                  <a:latin typeface="Cambria Math" panose="02040503050406030204" pitchFamily="18" charset="0"/>
                                </a:rPr>
                                <m:t>𝑛</m:t>
                              </m:r>
                            </m:sup>
                            <m:e>
                              <m:d>
                                <m:dPr>
                                  <m:begChr m:val="‖"/>
                                  <m:endChr m:val="‖"/>
                                  <m:ctrlPr>
                                    <a:rPr lang="en-AU" sz="1891" i="1">
                                      <a:solidFill>
                                        <a:srgbClr val="212121"/>
                                      </a:solidFill>
                                      <a:latin typeface="Cambria Math" panose="02040503050406030204" pitchFamily="18" charset="0"/>
                                    </a:rPr>
                                  </m:ctrlPr>
                                </m:dPr>
                                <m:e>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𝑋</m:t>
                                      </m:r>
                                    </m:e>
                                    <m:sub>
                                      <m:r>
                                        <a:rPr lang="en-AU" sz="1891" i="1">
                                          <a:solidFill>
                                            <a:srgbClr val="212121"/>
                                          </a:solidFill>
                                          <a:latin typeface="Cambria Math" panose="02040503050406030204" pitchFamily="18" charset="0"/>
                                        </a:rPr>
                                        <m:t>𝑖</m:t>
                                      </m:r>
                                    </m:sub>
                                  </m:sSub>
                                  <m:r>
                                    <a:rPr lang="en-AU" sz="1891" i="1">
                                      <a:solidFill>
                                        <a:srgbClr val="212121"/>
                                      </a:solidFill>
                                      <a:latin typeface="Cambria Math" panose="02040503050406030204" pitchFamily="18" charset="0"/>
                                    </a:rPr>
                                    <m:t>−</m:t>
                                  </m:r>
                                  <m:nary>
                                    <m:naryPr>
                                      <m:chr m:val="∑"/>
                                      <m:ctrlPr>
                                        <a:rPr lang="en-AU" sz="1891" i="1">
                                          <a:solidFill>
                                            <a:srgbClr val="212121"/>
                                          </a:solidFill>
                                          <a:latin typeface="Cambria Math" panose="02040503050406030204" pitchFamily="18" charset="0"/>
                                        </a:rPr>
                                      </m:ctrlPr>
                                    </m:naryPr>
                                    <m:sub>
                                      <m:r>
                                        <m:rPr>
                                          <m:brk m:alnAt="23"/>
                                        </m:rPr>
                                        <a:rPr lang="en-AU" sz="1891" i="1">
                                          <a:solidFill>
                                            <a:srgbClr val="212121"/>
                                          </a:solidFill>
                                          <a:latin typeface="Cambria Math" panose="02040503050406030204" pitchFamily="18" charset="0"/>
                                        </a:rPr>
                                        <m:t>𝑘</m:t>
                                      </m:r>
                                      <m:r>
                                        <a:rPr lang="en-AU" sz="1891" i="1">
                                          <a:solidFill>
                                            <a:srgbClr val="212121"/>
                                          </a:solidFill>
                                          <a:latin typeface="Cambria Math" panose="02040503050406030204" pitchFamily="18" charset="0"/>
                                        </a:rPr>
                                        <m:t>=1</m:t>
                                      </m:r>
                                    </m:sub>
                                    <m:sup>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𝑝</m:t>
                                          </m:r>
                                        </m:e>
                                        <m:sub>
                                          <m:r>
                                            <a:rPr lang="en-AU" sz="1891" i="1">
                                              <a:solidFill>
                                                <a:srgbClr val="212121"/>
                                              </a:solidFill>
                                              <a:latin typeface="Cambria Math" panose="02040503050406030204" pitchFamily="18" charset="0"/>
                                            </a:rPr>
                                            <m:t>𝑓</m:t>
                                          </m:r>
                                        </m:sub>
                                      </m:sSub>
                                    </m:sup>
                                    <m:e>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𝐴</m:t>
                                          </m:r>
                                        </m:e>
                                        <m:sub>
                                          <m:r>
                                            <a:rPr lang="en-AU" sz="1891" i="1">
                                              <a:solidFill>
                                                <a:srgbClr val="212121"/>
                                              </a:solidFill>
                                              <a:latin typeface="Cambria Math" panose="02040503050406030204" pitchFamily="18" charset="0"/>
                                            </a:rPr>
                                            <m:t>𝑖𝑘</m:t>
                                          </m:r>
                                        </m:sub>
                                      </m:sSub>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𝑍</m:t>
                                          </m:r>
                                        </m:e>
                                        <m:sub>
                                          <m:r>
                                            <a:rPr lang="en-AU" sz="1891" i="1">
                                              <a:solidFill>
                                                <a:srgbClr val="212121"/>
                                              </a:solidFill>
                                              <a:latin typeface="Cambria Math" panose="02040503050406030204" pitchFamily="18" charset="0"/>
                                            </a:rPr>
                                            <m:t>𝑘</m:t>
                                          </m:r>
                                        </m:sub>
                                      </m:sSub>
                                    </m:e>
                                  </m:nary>
                                </m:e>
                              </m:d>
                            </m:e>
                          </m:nary>
                        </m:e>
                        <m:sup>
                          <m:r>
                            <a:rPr lang="en-AU" sz="1891" i="1">
                              <a:solidFill>
                                <a:srgbClr val="212121"/>
                              </a:solidFill>
                              <a:latin typeface="Cambria Math" panose="02040503050406030204" pitchFamily="18" charset="0"/>
                            </a:rPr>
                            <m:t>2</m:t>
                          </m:r>
                        </m:sup>
                      </m:sSup>
                    </m:oMath>
                  </m:oMathPara>
                </a14:m>
                <a:endParaRPr lang="en-AU" sz="1891" i="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5" name="TextBox 114">
                <a:extLst>
                  <a:ext uri="{FF2B5EF4-FFF2-40B4-BE49-F238E27FC236}">
                    <a16:creationId xmlns:a16="http://schemas.microsoft.com/office/drawing/2014/main" id="{353E5467-CE83-A7CB-F7ED-AA5792EE0CF6}"/>
                  </a:ext>
                </a:extLst>
              </p:cNvPr>
              <p:cNvSpPr txBox="1">
                <a:spLocks noRot="1" noChangeAspect="1" noMove="1" noResize="1" noEditPoints="1" noAdjustHandles="1" noChangeArrowheads="1" noChangeShapeType="1" noTextEdit="1"/>
              </p:cNvSpPr>
              <p:nvPr/>
            </p:nvSpPr>
            <p:spPr>
              <a:xfrm>
                <a:off x="10011998" y="11680654"/>
                <a:ext cx="3190611" cy="107471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B47A31D-1A96-91CE-4249-5DE9845CDDED}"/>
                  </a:ext>
                </a:extLst>
              </p:cNvPr>
              <p:cNvSpPr txBox="1"/>
              <p:nvPr/>
            </p:nvSpPr>
            <p:spPr>
              <a:xfrm>
                <a:off x="10001409" y="9698462"/>
                <a:ext cx="3190611" cy="425373"/>
              </a:xfrm>
              <a:prstGeom prst="rect">
                <a:avLst/>
              </a:prstGeom>
              <a:noFill/>
            </p:spPr>
            <p:txBody>
              <a:bodyPr wrap="square" rtlCol="0">
                <a:spAutoFit/>
              </a:bodyPr>
              <a:lstStyle/>
              <a:p>
                <a:pPr defTabSz="480079">
                  <a:defRPr/>
                </a:pPr>
                <a14:m>
                  <m:oMathPara xmlns:m="http://schemas.openxmlformats.org/officeDocument/2006/math">
                    <m:oMathParaPr>
                      <m:jc m:val="left"/>
                    </m:oMathParaPr>
                    <m:oMath xmlns:m="http://schemas.openxmlformats.org/officeDocument/2006/math">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𝑋</m:t>
                          </m:r>
                        </m:e>
                        <m:sub>
                          <m:r>
                            <a:rPr lang="en-AU" sz="1891" i="1">
                              <a:solidFill>
                                <a:srgbClr val="212121"/>
                              </a:solidFill>
                              <a:latin typeface="Cambria Math" panose="02040503050406030204" pitchFamily="18" charset="0"/>
                            </a:rPr>
                            <m:t>𝑓</m:t>
                          </m:r>
                        </m:sub>
                      </m:sSub>
                      <m:r>
                        <a:rPr lang="en-AU" sz="1891" i="1">
                          <a:solidFill>
                            <a:srgbClr val="212121"/>
                          </a:solidFill>
                          <a:latin typeface="Cambria Math" panose="02040503050406030204" pitchFamily="18" charset="0"/>
                        </a:rPr>
                        <m:t>=</m:t>
                      </m:r>
                      <m:d>
                        <m:dPr>
                          <m:begChr m:val="["/>
                          <m:endChr m:val="]"/>
                          <m:ctrlPr>
                            <a:rPr lang="en-AU" sz="1891" i="1">
                              <a:solidFill>
                                <a:srgbClr val="212121"/>
                              </a:solidFill>
                              <a:latin typeface="Cambria Math" panose="02040503050406030204" pitchFamily="18" charset="0"/>
                            </a:rPr>
                          </m:ctrlPr>
                        </m:dPr>
                        <m:e>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𝑍</m:t>
                              </m:r>
                            </m:e>
                            <m:sub>
                              <m:r>
                                <a:rPr lang="en-AU" sz="1891" i="1">
                                  <a:solidFill>
                                    <a:srgbClr val="212121"/>
                                  </a:solidFill>
                                  <a:latin typeface="Cambria Math" panose="02040503050406030204" pitchFamily="18" charset="0"/>
                                </a:rPr>
                                <m:t>1</m:t>
                              </m:r>
                            </m:sub>
                          </m:sSub>
                          <m:r>
                            <a:rPr lang="en-AU" sz="1891" i="1">
                              <a:solidFill>
                                <a:srgbClr val="212121"/>
                              </a:solidFill>
                              <a:latin typeface="Cambria Math" panose="02040503050406030204" pitchFamily="18" charset="0"/>
                            </a:rPr>
                            <m:t>  </m:t>
                          </m:r>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𝑍</m:t>
                              </m:r>
                            </m:e>
                            <m:sub>
                              <m:r>
                                <a:rPr lang="en-AU" sz="1891" i="1">
                                  <a:solidFill>
                                    <a:srgbClr val="212121"/>
                                  </a:solidFill>
                                  <a:latin typeface="Cambria Math" panose="02040503050406030204" pitchFamily="18" charset="0"/>
                                </a:rPr>
                                <m:t>2</m:t>
                              </m:r>
                            </m:sub>
                          </m:sSub>
                          <m:r>
                            <a:rPr lang="en-AU" sz="1891" i="1">
                              <a:solidFill>
                                <a:srgbClr val="212121"/>
                              </a:solidFill>
                              <a:latin typeface="Cambria Math" panose="02040503050406030204" pitchFamily="18" charset="0"/>
                            </a:rPr>
                            <m:t>  </m:t>
                          </m:r>
                          <m:sSub>
                            <m:sSubPr>
                              <m:ctrlPr>
                                <a:rPr lang="en-AU" sz="1891" i="1">
                                  <a:solidFill>
                                    <a:srgbClr val="212121"/>
                                  </a:solidFill>
                                  <a:latin typeface="Cambria Math" panose="02040503050406030204" pitchFamily="18" charset="0"/>
                                </a:rPr>
                              </m:ctrlPr>
                            </m:sSubPr>
                            <m:e>
                              <m:r>
                                <a:rPr lang="en-AU" sz="1891" i="1">
                                  <a:solidFill>
                                    <a:srgbClr val="212121"/>
                                  </a:solidFill>
                                  <a:latin typeface="Cambria Math" panose="02040503050406030204" pitchFamily="18" charset="0"/>
                                </a:rPr>
                                <m:t>𝑍</m:t>
                              </m:r>
                            </m:e>
                            <m:sub>
                              <m:r>
                                <a:rPr lang="en-AU" sz="1891" i="1">
                                  <a:solidFill>
                                    <a:srgbClr val="212121"/>
                                  </a:solidFill>
                                  <a:latin typeface="Cambria Math" panose="02040503050406030204" pitchFamily="18" charset="0"/>
                                </a:rPr>
                                <m:t>3</m:t>
                              </m:r>
                            </m:sub>
                          </m:sSub>
                        </m:e>
                      </m:d>
                      <m:r>
                        <a:rPr lang="en-AU" sz="1891" i="1">
                          <a:solidFill>
                            <a:srgbClr val="212121"/>
                          </a:solidFill>
                          <a:latin typeface="Cambria Math" panose="02040503050406030204" pitchFamily="18" charset="0"/>
                          <a:ea typeface="Cambria Math" panose="02040503050406030204" pitchFamily="18" charset="0"/>
                        </a:rPr>
                        <m:t>∈</m:t>
                      </m:r>
                      <m:sSup>
                        <m:sSupPr>
                          <m:ctrlPr>
                            <a:rPr lang="en-AU" sz="1891" i="1">
                              <a:solidFill>
                                <a:srgbClr val="212121"/>
                              </a:solidFill>
                              <a:latin typeface="Cambria Math" panose="02040503050406030204" pitchFamily="18" charset="0"/>
                              <a:ea typeface="Cambria Math" panose="02040503050406030204" pitchFamily="18" charset="0"/>
                            </a:rPr>
                          </m:ctrlPr>
                        </m:sSupPr>
                        <m:e>
                          <m:r>
                            <a:rPr lang="en-AU" sz="1891" i="1">
                              <a:solidFill>
                                <a:srgbClr val="212121"/>
                              </a:solidFill>
                              <a:latin typeface="Cambria Math" panose="02040503050406030204" pitchFamily="18" charset="0"/>
                              <a:ea typeface="Cambria Math" panose="02040503050406030204" pitchFamily="18" charset="0"/>
                            </a:rPr>
                            <m:t>ℝ</m:t>
                          </m:r>
                        </m:e>
                        <m:sup>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rPr>
                            <m:t>𝑝</m:t>
                          </m:r>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𝑘</m:t>
                          </m:r>
                          <m:r>
                            <a:rPr lang="en-AU" sz="1891" i="1">
                              <a:solidFill>
                                <a:srgbClr val="212121"/>
                              </a:solidFill>
                              <a:latin typeface="Cambria Math" panose="02040503050406030204" pitchFamily="18" charset="0"/>
                              <a:ea typeface="Cambria Math" panose="02040503050406030204" pitchFamily="18" charset="0"/>
                            </a:rPr>
                            <m:t>)×</m:t>
                          </m:r>
                          <m:r>
                            <a:rPr lang="en-AU" sz="1891" i="1">
                              <a:solidFill>
                                <a:srgbClr val="212121"/>
                              </a:solidFill>
                              <a:latin typeface="Cambria Math" panose="02040503050406030204" pitchFamily="18" charset="0"/>
                              <a:ea typeface="Cambria Math" panose="02040503050406030204" pitchFamily="18" charset="0"/>
                            </a:rPr>
                            <m:t>𝑚</m:t>
                          </m:r>
                        </m:sup>
                      </m:sSup>
                    </m:oMath>
                  </m:oMathPara>
                </a14:m>
                <a:endParaRPr lang="en-GB" sz="1891"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16" name="TextBox 115">
                <a:extLst>
                  <a:ext uri="{FF2B5EF4-FFF2-40B4-BE49-F238E27FC236}">
                    <a16:creationId xmlns:a16="http://schemas.microsoft.com/office/drawing/2014/main" id="{5B47A31D-1A96-91CE-4249-5DE9845CDDED}"/>
                  </a:ext>
                </a:extLst>
              </p:cNvPr>
              <p:cNvSpPr txBox="1">
                <a:spLocks noRot="1" noChangeAspect="1" noMove="1" noResize="1" noEditPoints="1" noAdjustHandles="1" noChangeArrowheads="1" noChangeShapeType="1" noTextEdit="1"/>
              </p:cNvSpPr>
              <p:nvPr/>
            </p:nvSpPr>
            <p:spPr>
              <a:xfrm>
                <a:off x="10001409" y="9698462"/>
                <a:ext cx="3190611" cy="425373"/>
              </a:xfrm>
              <a:prstGeom prst="rect">
                <a:avLst/>
              </a:prstGeom>
              <a:blipFill>
                <a:blip r:embed="rId7"/>
                <a:stretch>
                  <a:fillRect b="-5714"/>
                </a:stretch>
              </a:blipFill>
            </p:spPr>
            <p:txBody>
              <a:bodyPr/>
              <a:lstStyle/>
              <a:p>
                <a:r>
                  <a:rPr lang="en-GB">
                    <a:noFill/>
                  </a:rPr>
                  <a:t> </a:t>
                </a:r>
              </a:p>
            </p:txBody>
          </p:sp>
        </mc:Fallback>
      </mc:AlternateContent>
      <p:grpSp>
        <p:nvGrpSpPr>
          <p:cNvPr id="5" name="Group 4">
            <a:extLst>
              <a:ext uri="{FF2B5EF4-FFF2-40B4-BE49-F238E27FC236}">
                <a16:creationId xmlns:a16="http://schemas.microsoft.com/office/drawing/2014/main" id="{F453982A-532A-56BE-44A0-2984B4D1254D}"/>
              </a:ext>
            </a:extLst>
          </p:cNvPr>
          <p:cNvGrpSpPr/>
          <p:nvPr/>
        </p:nvGrpSpPr>
        <p:grpSpPr>
          <a:xfrm>
            <a:off x="7012358" y="10065034"/>
            <a:ext cx="2485759" cy="2088178"/>
            <a:chOff x="3248716" y="1701185"/>
            <a:chExt cx="2367312" cy="1988676"/>
          </a:xfrm>
        </p:grpSpPr>
        <p:sp>
          <p:nvSpPr>
            <p:cNvPr id="8" name="Oval 7">
              <a:extLst>
                <a:ext uri="{FF2B5EF4-FFF2-40B4-BE49-F238E27FC236}">
                  <a16:creationId xmlns:a16="http://schemas.microsoft.com/office/drawing/2014/main" id="{9436C002-1788-B15C-1F58-94C01B65E7C4}"/>
                </a:ext>
              </a:extLst>
            </p:cNvPr>
            <p:cNvSpPr/>
            <p:nvPr/>
          </p:nvSpPr>
          <p:spPr>
            <a:xfrm>
              <a:off x="4040692" y="17474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2" name="Oval 21">
              <a:extLst>
                <a:ext uri="{FF2B5EF4-FFF2-40B4-BE49-F238E27FC236}">
                  <a16:creationId xmlns:a16="http://schemas.microsoft.com/office/drawing/2014/main" id="{2CE4F6E3-FD42-B9DD-EC72-4B11541EE437}"/>
                </a:ext>
              </a:extLst>
            </p:cNvPr>
            <p:cNvSpPr/>
            <p:nvPr/>
          </p:nvSpPr>
          <p:spPr>
            <a:xfrm>
              <a:off x="4969826" y="215527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Oval 23">
              <a:extLst>
                <a:ext uri="{FF2B5EF4-FFF2-40B4-BE49-F238E27FC236}">
                  <a16:creationId xmlns:a16="http://schemas.microsoft.com/office/drawing/2014/main" id="{DC1D6288-2F1F-8F03-65C5-EC595E4F17A5}"/>
                </a:ext>
              </a:extLst>
            </p:cNvPr>
            <p:cNvSpPr/>
            <p:nvPr/>
          </p:nvSpPr>
          <p:spPr>
            <a:xfrm>
              <a:off x="3431494" y="327100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5" name="Oval 24">
              <a:extLst>
                <a:ext uri="{FF2B5EF4-FFF2-40B4-BE49-F238E27FC236}">
                  <a16:creationId xmlns:a16="http://schemas.microsoft.com/office/drawing/2014/main" id="{452763AD-93CB-6DB1-9A93-872D92ACF43D}"/>
                </a:ext>
              </a:extLst>
            </p:cNvPr>
            <p:cNvSpPr/>
            <p:nvPr/>
          </p:nvSpPr>
          <p:spPr>
            <a:xfrm>
              <a:off x="3624974" y="23502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Oval 25">
              <a:extLst>
                <a:ext uri="{FF2B5EF4-FFF2-40B4-BE49-F238E27FC236}">
                  <a16:creationId xmlns:a16="http://schemas.microsoft.com/office/drawing/2014/main" id="{9A21759E-79AF-CC79-A02C-5B3E2A70A6DD}"/>
                </a:ext>
              </a:extLst>
            </p:cNvPr>
            <p:cNvSpPr/>
            <p:nvPr/>
          </p:nvSpPr>
          <p:spPr>
            <a:xfrm>
              <a:off x="4511176" y="184482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8" name="Oval 27">
              <a:extLst>
                <a:ext uri="{FF2B5EF4-FFF2-40B4-BE49-F238E27FC236}">
                  <a16:creationId xmlns:a16="http://schemas.microsoft.com/office/drawing/2014/main" id="{6E3E35CF-C9CF-4F3E-DFBB-126267C79B53}"/>
                </a:ext>
              </a:extLst>
            </p:cNvPr>
            <p:cNvSpPr/>
            <p:nvPr/>
          </p:nvSpPr>
          <p:spPr>
            <a:xfrm>
              <a:off x="4473383" y="257045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Oval 28">
              <a:extLst>
                <a:ext uri="{FF2B5EF4-FFF2-40B4-BE49-F238E27FC236}">
                  <a16:creationId xmlns:a16="http://schemas.microsoft.com/office/drawing/2014/main" id="{D9A0BC68-EA7B-0DBB-3F75-331B4DCB8A89}"/>
                </a:ext>
              </a:extLst>
            </p:cNvPr>
            <p:cNvSpPr/>
            <p:nvPr/>
          </p:nvSpPr>
          <p:spPr>
            <a:xfrm>
              <a:off x="4743441" y="300913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Oval 29">
              <a:extLst>
                <a:ext uri="{FF2B5EF4-FFF2-40B4-BE49-F238E27FC236}">
                  <a16:creationId xmlns:a16="http://schemas.microsoft.com/office/drawing/2014/main" id="{AA438413-BBBA-7DFC-0633-99C0090CFAB8}"/>
                </a:ext>
              </a:extLst>
            </p:cNvPr>
            <p:cNvSpPr/>
            <p:nvPr/>
          </p:nvSpPr>
          <p:spPr>
            <a:xfrm>
              <a:off x="3585442" y="287308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Oval 30">
              <a:extLst>
                <a:ext uri="{FF2B5EF4-FFF2-40B4-BE49-F238E27FC236}">
                  <a16:creationId xmlns:a16="http://schemas.microsoft.com/office/drawing/2014/main" id="{A7AFA3B1-50E5-2BBC-57F4-DBC0848FB962}"/>
                </a:ext>
              </a:extLst>
            </p:cNvPr>
            <p:cNvSpPr/>
            <p:nvPr/>
          </p:nvSpPr>
          <p:spPr>
            <a:xfrm>
              <a:off x="4359157" y="337820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Oval 31">
              <a:extLst>
                <a:ext uri="{FF2B5EF4-FFF2-40B4-BE49-F238E27FC236}">
                  <a16:creationId xmlns:a16="http://schemas.microsoft.com/office/drawing/2014/main" id="{7172D93B-5E0E-CCBD-282B-8A4EE651722E}"/>
                </a:ext>
              </a:extLst>
            </p:cNvPr>
            <p:cNvSpPr/>
            <p:nvPr/>
          </p:nvSpPr>
          <p:spPr>
            <a:xfrm>
              <a:off x="3959986" y="328179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Oval 32">
              <a:extLst>
                <a:ext uri="{FF2B5EF4-FFF2-40B4-BE49-F238E27FC236}">
                  <a16:creationId xmlns:a16="http://schemas.microsoft.com/office/drawing/2014/main" id="{453F5D98-54B6-6AD0-68C0-E7C7EFBA79D8}"/>
                </a:ext>
              </a:extLst>
            </p:cNvPr>
            <p:cNvSpPr/>
            <p:nvPr/>
          </p:nvSpPr>
          <p:spPr>
            <a:xfrm>
              <a:off x="3572223" y="311754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Oval 33">
              <a:extLst>
                <a:ext uri="{FF2B5EF4-FFF2-40B4-BE49-F238E27FC236}">
                  <a16:creationId xmlns:a16="http://schemas.microsoft.com/office/drawing/2014/main" id="{C861FD60-F3A8-FCFA-6E9A-FD34EC009E57}"/>
                </a:ext>
              </a:extLst>
            </p:cNvPr>
            <p:cNvSpPr/>
            <p:nvPr/>
          </p:nvSpPr>
          <p:spPr>
            <a:xfrm>
              <a:off x="3982195" y="304739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FD81A7A-530F-DC82-0989-1EEDD9ACC92A}"/>
                </a:ext>
              </a:extLst>
            </p:cNvPr>
            <p:cNvSpPr/>
            <p:nvPr/>
          </p:nvSpPr>
          <p:spPr>
            <a:xfrm>
              <a:off x="5036047" y="2358530"/>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7" name="Oval 36">
              <a:extLst>
                <a:ext uri="{FF2B5EF4-FFF2-40B4-BE49-F238E27FC236}">
                  <a16:creationId xmlns:a16="http://schemas.microsoft.com/office/drawing/2014/main" id="{9AE896DA-873A-07D4-A292-8B562726AC0D}"/>
                </a:ext>
              </a:extLst>
            </p:cNvPr>
            <p:cNvSpPr/>
            <p:nvPr/>
          </p:nvSpPr>
          <p:spPr>
            <a:xfrm>
              <a:off x="5494381" y="268754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38" name="Oval 37">
              <a:extLst>
                <a:ext uri="{FF2B5EF4-FFF2-40B4-BE49-F238E27FC236}">
                  <a16:creationId xmlns:a16="http://schemas.microsoft.com/office/drawing/2014/main" id="{DFECC9D1-FBE2-83B3-29D7-5DFA001211FD}"/>
                </a:ext>
              </a:extLst>
            </p:cNvPr>
            <p:cNvSpPr/>
            <p:nvPr/>
          </p:nvSpPr>
          <p:spPr>
            <a:xfrm>
              <a:off x="3841346" y="2172335"/>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Oval 39">
              <a:extLst>
                <a:ext uri="{FF2B5EF4-FFF2-40B4-BE49-F238E27FC236}">
                  <a16:creationId xmlns:a16="http://schemas.microsoft.com/office/drawing/2014/main" id="{E1ECC4AF-D2B7-1CDC-9C06-8713AF79EBF0}"/>
                </a:ext>
              </a:extLst>
            </p:cNvPr>
            <p:cNvSpPr/>
            <p:nvPr/>
          </p:nvSpPr>
          <p:spPr>
            <a:xfrm>
              <a:off x="3484060" y="201745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1" name="Oval 40">
              <a:extLst>
                <a:ext uri="{FF2B5EF4-FFF2-40B4-BE49-F238E27FC236}">
                  <a16:creationId xmlns:a16="http://schemas.microsoft.com/office/drawing/2014/main" id="{6C809B51-88BC-28BB-E956-A8D14AF6124F}"/>
                </a:ext>
              </a:extLst>
            </p:cNvPr>
            <p:cNvSpPr/>
            <p:nvPr/>
          </p:nvSpPr>
          <p:spPr>
            <a:xfrm>
              <a:off x="3248716" y="25850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Oval 42">
              <a:extLst>
                <a:ext uri="{FF2B5EF4-FFF2-40B4-BE49-F238E27FC236}">
                  <a16:creationId xmlns:a16="http://schemas.microsoft.com/office/drawing/2014/main" id="{743D0F24-F635-E15B-D6D2-AA42819653C8}"/>
                </a:ext>
              </a:extLst>
            </p:cNvPr>
            <p:cNvSpPr/>
            <p:nvPr/>
          </p:nvSpPr>
          <p:spPr>
            <a:xfrm>
              <a:off x="4095305" y="351740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7C168049-0D56-B1C9-4156-DE076925245B}"/>
                </a:ext>
              </a:extLst>
            </p:cNvPr>
            <p:cNvSpPr/>
            <p:nvPr/>
          </p:nvSpPr>
          <p:spPr>
            <a:xfrm>
              <a:off x="4069731" y="233440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5D812057-B80A-DE8D-B10B-EBD3E820B10F}"/>
                </a:ext>
              </a:extLst>
            </p:cNvPr>
            <p:cNvSpPr/>
            <p:nvPr/>
          </p:nvSpPr>
          <p:spPr>
            <a:xfrm>
              <a:off x="4938004" y="28480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D692DFA2-EF43-F619-A8F9-4BDD6A1AEE05}"/>
                </a:ext>
              </a:extLst>
            </p:cNvPr>
            <p:cNvSpPr/>
            <p:nvPr/>
          </p:nvSpPr>
          <p:spPr>
            <a:xfrm>
              <a:off x="4633204" y="3550786"/>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Oval 48">
              <a:extLst>
                <a:ext uri="{FF2B5EF4-FFF2-40B4-BE49-F238E27FC236}">
                  <a16:creationId xmlns:a16="http://schemas.microsoft.com/office/drawing/2014/main" id="{CA701948-B23A-3A5E-013B-BD3B42295F4B}"/>
                </a:ext>
              </a:extLst>
            </p:cNvPr>
            <p:cNvSpPr/>
            <p:nvPr/>
          </p:nvSpPr>
          <p:spPr>
            <a:xfrm>
              <a:off x="3912672" y="265496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0" name="Oval 49">
              <a:extLst>
                <a:ext uri="{FF2B5EF4-FFF2-40B4-BE49-F238E27FC236}">
                  <a16:creationId xmlns:a16="http://schemas.microsoft.com/office/drawing/2014/main" id="{840519BD-7269-89C4-A37E-1D55F9A12CCE}"/>
                </a:ext>
              </a:extLst>
            </p:cNvPr>
            <p:cNvSpPr/>
            <p:nvPr/>
          </p:nvSpPr>
          <p:spPr>
            <a:xfrm>
              <a:off x="3759197" y="356251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0B409466-DE53-31E8-C2AE-F973760E9FBD}"/>
                </a:ext>
              </a:extLst>
            </p:cNvPr>
            <p:cNvSpPr/>
            <p:nvPr/>
          </p:nvSpPr>
          <p:spPr>
            <a:xfrm>
              <a:off x="4449262" y="289027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3" name="Oval 52">
              <a:extLst>
                <a:ext uri="{FF2B5EF4-FFF2-40B4-BE49-F238E27FC236}">
                  <a16:creationId xmlns:a16="http://schemas.microsoft.com/office/drawing/2014/main" id="{D305802B-3A7C-A826-FE2D-4144C6350E7A}"/>
                </a:ext>
              </a:extLst>
            </p:cNvPr>
            <p:cNvSpPr/>
            <p:nvPr/>
          </p:nvSpPr>
          <p:spPr>
            <a:xfrm>
              <a:off x="4806241" y="183191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4" name="Oval 53">
              <a:extLst>
                <a:ext uri="{FF2B5EF4-FFF2-40B4-BE49-F238E27FC236}">
                  <a16:creationId xmlns:a16="http://schemas.microsoft.com/office/drawing/2014/main" id="{04762506-0DFD-E4CF-4584-79DD83D26071}"/>
                </a:ext>
              </a:extLst>
            </p:cNvPr>
            <p:cNvSpPr/>
            <p:nvPr/>
          </p:nvSpPr>
          <p:spPr>
            <a:xfrm>
              <a:off x="5277766" y="252137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6" name="Oval 55">
              <a:extLst>
                <a:ext uri="{FF2B5EF4-FFF2-40B4-BE49-F238E27FC236}">
                  <a16:creationId xmlns:a16="http://schemas.microsoft.com/office/drawing/2014/main" id="{BF6330A8-584F-E383-4CE1-A731D239E4BE}"/>
                </a:ext>
              </a:extLst>
            </p:cNvPr>
            <p:cNvSpPr/>
            <p:nvPr/>
          </p:nvSpPr>
          <p:spPr>
            <a:xfrm>
              <a:off x="3904377" y="1927430"/>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7" name="Oval 56">
              <a:extLst>
                <a:ext uri="{FF2B5EF4-FFF2-40B4-BE49-F238E27FC236}">
                  <a16:creationId xmlns:a16="http://schemas.microsoft.com/office/drawing/2014/main" id="{947A2ADA-DBD9-99C5-B22C-E09FF193319C}"/>
                </a:ext>
              </a:extLst>
            </p:cNvPr>
            <p:cNvSpPr/>
            <p:nvPr/>
          </p:nvSpPr>
          <p:spPr>
            <a:xfrm>
              <a:off x="4250302" y="3058443"/>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9" name="Oval 58">
              <a:extLst>
                <a:ext uri="{FF2B5EF4-FFF2-40B4-BE49-F238E27FC236}">
                  <a16:creationId xmlns:a16="http://schemas.microsoft.com/office/drawing/2014/main" id="{B3AECA36-CEDA-6A3D-6998-D5B216E82528}"/>
                </a:ext>
              </a:extLst>
            </p:cNvPr>
            <p:cNvSpPr/>
            <p:nvPr/>
          </p:nvSpPr>
          <p:spPr>
            <a:xfrm>
              <a:off x="4328404" y="22384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0" name="Oval 59">
              <a:extLst>
                <a:ext uri="{FF2B5EF4-FFF2-40B4-BE49-F238E27FC236}">
                  <a16:creationId xmlns:a16="http://schemas.microsoft.com/office/drawing/2014/main" id="{77F1015F-9204-0AEA-6F56-5E1CCA1EE789}"/>
                </a:ext>
              </a:extLst>
            </p:cNvPr>
            <p:cNvSpPr/>
            <p:nvPr/>
          </p:nvSpPr>
          <p:spPr>
            <a:xfrm>
              <a:off x="4176004" y="208603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1" name="Oval 60">
              <a:extLst>
                <a:ext uri="{FF2B5EF4-FFF2-40B4-BE49-F238E27FC236}">
                  <a16:creationId xmlns:a16="http://schemas.microsoft.com/office/drawing/2014/main" id="{628A2BCA-4EF3-D6D5-E78D-4B4EFFCF449B}"/>
                </a:ext>
              </a:extLst>
            </p:cNvPr>
            <p:cNvSpPr/>
            <p:nvPr/>
          </p:nvSpPr>
          <p:spPr>
            <a:xfrm>
              <a:off x="4743441" y="2462138"/>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2" name="Oval 61">
              <a:extLst>
                <a:ext uri="{FF2B5EF4-FFF2-40B4-BE49-F238E27FC236}">
                  <a16:creationId xmlns:a16="http://schemas.microsoft.com/office/drawing/2014/main" id="{B662C4E9-4967-DD01-A018-8CAF371578F9}"/>
                </a:ext>
              </a:extLst>
            </p:cNvPr>
            <p:cNvSpPr/>
            <p:nvPr/>
          </p:nvSpPr>
          <p:spPr>
            <a:xfrm>
              <a:off x="4672749" y="216568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4" name="Oval 63">
              <a:extLst>
                <a:ext uri="{FF2B5EF4-FFF2-40B4-BE49-F238E27FC236}">
                  <a16:creationId xmlns:a16="http://schemas.microsoft.com/office/drawing/2014/main" id="{0A40243B-BEA9-C2C1-8576-78DA74301283}"/>
                </a:ext>
              </a:extLst>
            </p:cNvPr>
            <p:cNvSpPr/>
            <p:nvPr/>
          </p:nvSpPr>
          <p:spPr>
            <a:xfrm>
              <a:off x="4231194" y="1701185"/>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8321C7D9-EB5F-6106-F96E-B5A350C7F48C}"/>
                </a:ext>
              </a:extLst>
            </p:cNvPr>
            <p:cNvSpPr/>
            <p:nvPr/>
          </p:nvSpPr>
          <p:spPr>
            <a:xfrm>
              <a:off x="5232275" y="3013147"/>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7" name="Oval 66">
              <a:extLst>
                <a:ext uri="{FF2B5EF4-FFF2-40B4-BE49-F238E27FC236}">
                  <a16:creationId xmlns:a16="http://schemas.microsoft.com/office/drawing/2014/main" id="{8F939B5B-8E64-A700-4F8A-DB5CE12DBD36}"/>
                </a:ext>
              </a:extLst>
            </p:cNvPr>
            <p:cNvSpPr/>
            <p:nvPr/>
          </p:nvSpPr>
          <p:spPr>
            <a:xfrm>
              <a:off x="4901240" y="3199644"/>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68" name="Oval 67">
              <a:extLst>
                <a:ext uri="{FF2B5EF4-FFF2-40B4-BE49-F238E27FC236}">
                  <a16:creationId xmlns:a16="http://schemas.microsoft.com/office/drawing/2014/main" id="{599B8CAF-D1F6-F9C9-9F92-CB7D1FEB246B}"/>
                </a:ext>
              </a:extLst>
            </p:cNvPr>
            <p:cNvSpPr/>
            <p:nvPr/>
          </p:nvSpPr>
          <p:spPr>
            <a:xfrm>
              <a:off x="4690031" y="318531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09" name="Oval 108">
              <a:extLst>
                <a:ext uri="{FF2B5EF4-FFF2-40B4-BE49-F238E27FC236}">
                  <a16:creationId xmlns:a16="http://schemas.microsoft.com/office/drawing/2014/main" id="{04A56728-9E59-2633-4C16-223A60EF48CB}"/>
                </a:ext>
              </a:extLst>
            </p:cNvPr>
            <p:cNvSpPr/>
            <p:nvPr/>
          </p:nvSpPr>
          <p:spPr>
            <a:xfrm>
              <a:off x="3823310" y="2340801"/>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110" name="Oval 109">
              <a:extLst>
                <a:ext uri="{FF2B5EF4-FFF2-40B4-BE49-F238E27FC236}">
                  <a16:creationId xmlns:a16="http://schemas.microsoft.com/office/drawing/2014/main" id="{96919C23-D450-9F11-D4F3-F2B15A9E7875}"/>
                </a:ext>
              </a:extLst>
            </p:cNvPr>
            <p:cNvSpPr/>
            <p:nvPr/>
          </p:nvSpPr>
          <p:spPr>
            <a:xfrm>
              <a:off x="4069731" y="2818852"/>
              <a:ext cx="121647" cy="127349"/>
            </a:xfrm>
            <a:prstGeom prst="ellipse">
              <a:avLst/>
            </a:prstGeom>
            <a:solidFill>
              <a:schemeClr val="bg1">
                <a:lumMod val="50000"/>
                <a:lumOff val="5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defRPr/>
              </a:pPr>
              <a:endParaRPr lang="en-GB" sz="1891">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grpSp>
      <p:sp>
        <p:nvSpPr>
          <p:cNvPr id="4" name="TextBox 3">
            <a:extLst>
              <a:ext uri="{FF2B5EF4-FFF2-40B4-BE49-F238E27FC236}">
                <a16:creationId xmlns:a16="http://schemas.microsoft.com/office/drawing/2014/main" id="{76BB4160-5DC7-DDA4-4220-24D273BBE0DC}"/>
              </a:ext>
            </a:extLst>
          </p:cNvPr>
          <p:cNvSpPr txBox="1"/>
          <p:nvPr/>
        </p:nvSpPr>
        <p:spPr>
          <a:xfrm>
            <a:off x="3601090" y="8618560"/>
            <a:ext cx="9601516" cy="674031"/>
          </a:xfrm>
          <a:prstGeom prst="rect">
            <a:avLst/>
          </a:prstGeom>
          <a:noFill/>
        </p:spPr>
        <p:txBody>
          <a:bodyPr wrap="square" rtlCol="0" anchor="ctr">
            <a:spAutoFit/>
          </a:bodyPr>
          <a:lstStyle/>
          <a:p>
            <a:pPr algn="ctr" defTabSz="960158">
              <a:defRPr/>
            </a:pPr>
            <a:r>
              <a:rPr lang="en-US" sz="3780" kern="0" dirty="0">
                <a:solidFill>
                  <a:srgbClr val="212121"/>
                </a:solidFill>
                <a:latin typeface="Calibri" panose="020F0502020204030204"/>
                <a:cs typeface="Arial" charset="0"/>
              </a:rPr>
              <a:t>Iterative Archetypal Analysis (Output)</a:t>
            </a:r>
          </a:p>
        </p:txBody>
      </p:sp>
    </p:spTree>
    <p:custDataLst>
      <p:tags r:id="rId1"/>
    </p:custDataLst>
    <p:extLst>
      <p:ext uri="{BB962C8B-B14F-4D97-AF65-F5344CB8AC3E}">
        <p14:creationId xmlns:p14="http://schemas.microsoft.com/office/powerpoint/2010/main" val="2563816537"/>
      </p:ext>
    </p:extLst>
  </p:cSld>
  <p:clrMapOvr>
    <a:masterClrMapping/>
  </p:clrMapOvr>
  <mc:AlternateContent xmlns:mc="http://schemas.openxmlformats.org/markup-compatibility/2006" xmlns:p159="http://schemas.microsoft.com/office/powerpoint/2015/09/main">
    <mc:Choice Requires="p159">
      <p:transition advTm="524">
        <p159:morph option="byObject"/>
      </p:transition>
    </mc:Choice>
    <mc:Fallback xmlns="">
      <p:transition advTm="52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left)">
                                      <p:cBhvr>
                                        <p:cTn id="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6" name="Slide Number Placeholder 2">
            <a:extLst>
              <a:ext uri="{FF2B5EF4-FFF2-40B4-BE49-F238E27FC236}">
                <a16:creationId xmlns:a16="http://schemas.microsoft.com/office/drawing/2014/main" id="{685659C9-62A1-0C40-1053-23687D7BA6A0}"/>
              </a:ext>
            </a:extLst>
          </p:cNvPr>
          <p:cNvSpPr>
            <a:spLocks noGrp="1"/>
          </p:cNvSpPr>
          <p:nvPr>
            <p:ph type="sldNum" sz="quarter" idx="12"/>
          </p:nvPr>
        </p:nvSpPr>
        <p:spPr>
          <a:xfrm>
            <a:off x="3941297" y="13438593"/>
            <a:ext cx="378013" cy="113404"/>
          </a:xfrm>
        </p:spPr>
        <p:txBody>
          <a:bodyPr/>
          <a:lstStyle/>
          <a:p>
            <a:pPr defTabSz="480079">
              <a:defRPr/>
            </a:pPr>
            <a:fld id="{10A01DC5-1685-4615-8240-15192985C6A2}" type="slidenum">
              <a:rPr lang="en-AU">
                <a:solidFill>
                  <a:srgbClr val="212121"/>
                </a:solidFill>
                <a:latin typeface="Calibri" panose="020F0502020204030204" pitchFamily="34" charset="0"/>
                <a:ea typeface="Calibri" panose="020F0502020204030204" pitchFamily="34" charset="0"/>
                <a:cs typeface="Calibri" panose="020F0502020204030204" pitchFamily="34" charset="0"/>
              </a:rPr>
              <a:pPr defTabSz="480079">
                <a:defRPr/>
              </a:pPr>
              <a:t>15</a:t>
            </a:fld>
            <a:endParaRPr lang="en-AU"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3B9AAC7-8EC1-FC7D-8756-13FDEAB27F4D}"/>
              </a:ext>
            </a:extLst>
          </p:cNvPr>
          <p:cNvSpPr txBox="1"/>
          <p:nvPr/>
        </p:nvSpPr>
        <p:spPr>
          <a:xfrm>
            <a:off x="3601090" y="8909419"/>
            <a:ext cx="9601516" cy="674031"/>
          </a:xfrm>
          <a:prstGeom prst="rect">
            <a:avLst/>
          </a:prstGeom>
          <a:noFill/>
        </p:spPr>
        <p:txBody>
          <a:bodyPr wrap="square" rtlCol="0" anchor="ctr">
            <a:spAutoFit/>
          </a:bodyPr>
          <a:lstStyle/>
          <a:p>
            <a:pPr algn="ctr" defTabSz="960158">
              <a:defRPr/>
            </a:pPr>
            <a:r>
              <a:rPr lang="en-US" sz="3780" kern="0" dirty="0">
                <a:solidFill>
                  <a:srgbClr val="212121"/>
                </a:solidFill>
                <a:latin typeface="Calibri" panose="020F0502020204030204"/>
                <a:cs typeface="Arial" charset="0"/>
              </a:rPr>
              <a:t>Reduced Nanoparticle Data Set (Outcome)</a:t>
            </a:r>
          </a:p>
        </p:txBody>
      </p:sp>
      <p:sp>
        <p:nvSpPr>
          <p:cNvPr id="3" name="TextBox 2">
            <a:extLst>
              <a:ext uri="{FF2B5EF4-FFF2-40B4-BE49-F238E27FC236}">
                <a16:creationId xmlns:a16="http://schemas.microsoft.com/office/drawing/2014/main" id="{56E3D284-56D9-2BEA-6925-37E40F3B80F7}"/>
              </a:ext>
            </a:extLst>
          </p:cNvPr>
          <p:cNvSpPr txBox="1"/>
          <p:nvPr/>
        </p:nvSpPr>
        <p:spPr>
          <a:xfrm>
            <a:off x="8974469" y="12937355"/>
            <a:ext cx="2913253" cy="544765"/>
          </a:xfrm>
          <a:prstGeom prst="rect">
            <a:avLst/>
          </a:prstGeom>
          <a:noFill/>
        </p:spPr>
        <p:txBody>
          <a:bodyPr wrap="square">
            <a:spAutoFit/>
          </a:bodyPr>
          <a:lstStyle/>
          <a:p>
            <a:pPr algn="ctr" defTabSz="480079">
              <a:defRPr/>
            </a:pPr>
            <a:r>
              <a:rPr lang="en-AU" sz="1470" b="1" dirty="0">
                <a:solidFill>
                  <a:srgbClr val="FF0000"/>
                </a:solidFill>
                <a:latin typeface="Calibri" panose="020F0502020204030204" pitchFamily="34" charset="0"/>
                <a:ea typeface="Calibri" panose="020F0502020204030204" pitchFamily="34" charset="0"/>
                <a:cs typeface="Calibri" panose="020F0502020204030204" pitchFamily="34" charset="0"/>
              </a:rPr>
              <a:t>100 archetypes</a:t>
            </a:r>
          </a:p>
          <a:p>
            <a:pPr algn="ctr" defTabSz="480079">
              <a:defRPr/>
            </a:pPr>
            <a:r>
              <a:rPr lang="en-AU" sz="1470" b="1" dirty="0">
                <a:solidFill>
                  <a:srgbClr val="FF0000"/>
                </a:solidFill>
                <a:latin typeface="Calibri" panose="020F0502020204030204" pitchFamily="34" charset="0"/>
                <a:ea typeface="Calibri" panose="020F0502020204030204" pitchFamily="34" charset="0"/>
                <a:cs typeface="Calibri" panose="020F0502020204030204" pitchFamily="34" charset="0"/>
              </a:rPr>
              <a:t>93.5% explained variance</a:t>
            </a:r>
          </a:p>
        </p:txBody>
      </p:sp>
      <p:pic>
        <p:nvPicPr>
          <p:cNvPr id="11" name="Picture 10">
            <a:extLst>
              <a:ext uri="{FF2B5EF4-FFF2-40B4-BE49-F238E27FC236}">
                <a16:creationId xmlns:a16="http://schemas.microsoft.com/office/drawing/2014/main" id="{7FA99B59-0E85-3797-8216-FE59153738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3755" y="10118510"/>
            <a:ext cx="2913253" cy="2836081"/>
          </a:xfrm>
          <a:prstGeom prst="rect">
            <a:avLst/>
          </a:prstGeom>
        </p:spPr>
      </p:pic>
      <p:pic>
        <p:nvPicPr>
          <p:cNvPr id="6" name="Picture 5">
            <a:extLst>
              <a:ext uri="{FF2B5EF4-FFF2-40B4-BE49-F238E27FC236}">
                <a16:creationId xmlns:a16="http://schemas.microsoft.com/office/drawing/2014/main" id="{AF2C5AD2-C6A4-28CA-65AC-EE365C0603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55277" y="10118509"/>
            <a:ext cx="3101295" cy="2851656"/>
          </a:xfrm>
          <a:prstGeom prst="rect">
            <a:avLst/>
          </a:prstGeom>
        </p:spPr>
      </p:pic>
      <p:sp>
        <p:nvSpPr>
          <p:cNvPr id="4" name="Oval 3">
            <a:extLst>
              <a:ext uri="{FF2B5EF4-FFF2-40B4-BE49-F238E27FC236}">
                <a16:creationId xmlns:a16="http://schemas.microsoft.com/office/drawing/2014/main" id="{E196B0B2-1330-AAAC-8CED-7C78570EC9BD}"/>
              </a:ext>
            </a:extLst>
          </p:cNvPr>
          <p:cNvSpPr/>
          <p:nvPr/>
        </p:nvSpPr>
        <p:spPr>
          <a:xfrm>
            <a:off x="5869527" y="11218773"/>
            <a:ext cx="254859" cy="25362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80079"/>
            <a:endParaRPr lang="en-GB" sz="1891">
              <a:solidFill>
                <a:prstClr val="white"/>
              </a:solidFill>
              <a:latin typeface="Public Sans Light"/>
            </a:endParaRPr>
          </a:p>
        </p:txBody>
      </p:sp>
    </p:spTree>
    <p:custDataLst>
      <p:tags r:id="rId1"/>
    </p:custDataLst>
    <p:extLst>
      <p:ext uri="{BB962C8B-B14F-4D97-AF65-F5344CB8AC3E}">
        <p14:creationId xmlns:p14="http://schemas.microsoft.com/office/powerpoint/2010/main" val="3898985638"/>
      </p:ext>
    </p:extLst>
  </p:cSld>
  <p:clrMapOvr>
    <a:masterClrMapping/>
  </p:clrMapOvr>
  <mc:AlternateContent xmlns:mc="http://schemas.openxmlformats.org/markup-compatibility/2006" xmlns:p14="http://schemas.microsoft.com/office/powerpoint/2010/main">
    <mc:Choice Requires="p14">
      <p:transition spd="slow" p14:dur="2000" advTm="524"/>
    </mc:Choice>
    <mc:Fallback xmlns="">
      <p:transition spd="slow" advTm="5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6" name="Slide Number Placeholder 2">
            <a:extLst>
              <a:ext uri="{FF2B5EF4-FFF2-40B4-BE49-F238E27FC236}">
                <a16:creationId xmlns:a16="http://schemas.microsoft.com/office/drawing/2014/main" id="{685659C9-62A1-0C40-1053-23687D7BA6A0}"/>
              </a:ext>
            </a:extLst>
          </p:cNvPr>
          <p:cNvSpPr>
            <a:spLocks noGrp="1"/>
          </p:cNvSpPr>
          <p:nvPr>
            <p:ph type="sldNum" sz="quarter" idx="12"/>
          </p:nvPr>
        </p:nvSpPr>
        <p:spPr>
          <a:xfrm>
            <a:off x="3941297" y="13438593"/>
            <a:ext cx="378013" cy="113404"/>
          </a:xfrm>
        </p:spPr>
        <p:txBody>
          <a:bodyPr/>
          <a:lstStyle/>
          <a:p>
            <a:pPr defTabSz="480079">
              <a:defRPr/>
            </a:pPr>
            <a:fld id="{10A01DC5-1685-4615-8240-15192985C6A2}" type="slidenum">
              <a:rPr lang="en-AU">
                <a:solidFill>
                  <a:srgbClr val="212121"/>
                </a:solidFill>
                <a:latin typeface="Calibri" panose="020F0502020204030204" pitchFamily="34" charset="0"/>
                <a:ea typeface="Calibri" panose="020F0502020204030204" pitchFamily="34" charset="0"/>
                <a:cs typeface="Calibri" panose="020F0502020204030204" pitchFamily="34" charset="0"/>
              </a:rPr>
              <a:pPr defTabSz="480079">
                <a:defRPr/>
              </a:pPr>
              <a:t>16</a:t>
            </a:fld>
            <a:endParaRPr lang="en-AU"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68128C7-11FA-7D16-9960-98F535555122}"/>
              </a:ext>
            </a:extLst>
          </p:cNvPr>
          <p:cNvSpPr txBox="1"/>
          <p:nvPr/>
        </p:nvSpPr>
        <p:spPr>
          <a:xfrm>
            <a:off x="3601090" y="8909419"/>
            <a:ext cx="9601516" cy="674031"/>
          </a:xfrm>
          <a:prstGeom prst="rect">
            <a:avLst/>
          </a:prstGeom>
          <a:noFill/>
        </p:spPr>
        <p:txBody>
          <a:bodyPr wrap="square" rtlCol="0" anchor="ctr">
            <a:spAutoFit/>
          </a:bodyPr>
          <a:lstStyle/>
          <a:p>
            <a:pPr algn="ctr" defTabSz="960158">
              <a:defRPr/>
            </a:pPr>
            <a:r>
              <a:rPr lang="en-US" sz="3780" kern="0" dirty="0">
                <a:solidFill>
                  <a:srgbClr val="212121"/>
                </a:solidFill>
                <a:latin typeface="Calibri" panose="020F0502020204030204"/>
                <a:cs typeface="Arial" charset="0"/>
              </a:rPr>
              <a:t>Reduced Nanoparticle Data Set (Outcome)</a:t>
            </a:r>
          </a:p>
        </p:txBody>
      </p:sp>
      <p:pic>
        <p:nvPicPr>
          <p:cNvPr id="3" name="Picture 2">
            <a:extLst>
              <a:ext uri="{FF2B5EF4-FFF2-40B4-BE49-F238E27FC236}">
                <a16:creationId xmlns:a16="http://schemas.microsoft.com/office/drawing/2014/main" id="{4EDDA6AA-BF97-E101-481F-091392627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1304" y="10260602"/>
            <a:ext cx="2602015" cy="2583091"/>
          </a:xfrm>
          <a:prstGeom prst="rect">
            <a:avLst/>
          </a:prstGeom>
        </p:spPr>
      </p:pic>
      <p:pic>
        <p:nvPicPr>
          <p:cNvPr id="6" name="Picture 5">
            <a:extLst>
              <a:ext uri="{FF2B5EF4-FFF2-40B4-BE49-F238E27FC236}">
                <a16:creationId xmlns:a16="http://schemas.microsoft.com/office/drawing/2014/main" id="{877EFC1E-9550-EBE6-A2F1-0B2BA7726B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8893" y="10260602"/>
            <a:ext cx="2602016" cy="2582813"/>
          </a:xfrm>
          <a:prstGeom prst="rect">
            <a:avLst/>
          </a:prstGeom>
        </p:spPr>
      </p:pic>
      <p:pic>
        <p:nvPicPr>
          <p:cNvPr id="8" name="Picture 7">
            <a:extLst>
              <a:ext uri="{FF2B5EF4-FFF2-40B4-BE49-F238E27FC236}">
                <a16:creationId xmlns:a16="http://schemas.microsoft.com/office/drawing/2014/main" id="{582D7FF5-F125-8A29-C3EE-A72D9075E9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5252" y="10251725"/>
            <a:ext cx="2602015" cy="2591690"/>
          </a:xfrm>
          <a:prstGeom prst="rect">
            <a:avLst/>
          </a:prstGeom>
        </p:spPr>
      </p:pic>
    </p:spTree>
    <p:custDataLst>
      <p:tags r:id="rId1"/>
    </p:custDataLst>
    <p:extLst>
      <p:ext uri="{BB962C8B-B14F-4D97-AF65-F5344CB8AC3E}">
        <p14:creationId xmlns:p14="http://schemas.microsoft.com/office/powerpoint/2010/main" val="758337050"/>
      </p:ext>
    </p:extLst>
  </p:cSld>
  <p:clrMapOvr>
    <a:masterClrMapping/>
  </p:clrMapOvr>
  <mc:AlternateContent xmlns:mc="http://schemas.openxmlformats.org/markup-compatibility/2006" xmlns:p14="http://schemas.microsoft.com/office/powerpoint/2010/main">
    <mc:Choice Requires="p14">
      <p:transition spd="slow" p14:dur="2000" advTm="524"/>
    </mc:Choice>
    <mc:Fallback xmlns="">
      <p:transition spd="slow" advTm="524"/>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6" name="Slide Number Placeholder 2">
            <a:extLst>
              <a:ext uri="{FF2B5EF4-FFF2-40B4-BE49-F238E27FC236}">
                <a16:creationId xmlns:a16="http://schemas.microsoft.com/office/drawing/2014/main" id="{685659C9-62A1-0C40-1053-23687D7BA6A0}"/>
              </a:ext>
            </a:extLst>
          </p:cNvPr>
          <p:cNvSpPr>
            <a:spLocks noGrp="1"/>
          </p:cNvSpPr>
          <p:nvPr>
            <p:ph type="sldNum" sz="quarter" idx="12"/>
          </p:nvPr>
        </p:nvSpPr>
        <p:spPr>
          <a:xfrm>
            <a:off x="3941297" y="13438593"/>
            <a:ext cx="378013" cy="113404"/>
          </a:xfrm>
        </p:spPr>
        <p:txBody>
          <a:bodyPr/>
          <a:lstStyle/>
          <a:p>
            <a:pPr defTabSz="480079">
              <a:defRPr/>
            </a:pPr>
            <a:fld id="{10A01DC5-1685-4615-8240-15192985C6A2}" type="slidenum">
              <a:rPr lang="en-AU">
                <a:solidFill>
                  <a:srgbClr val="212121"/>
                </a:solidFill>
                <a:latin typeface="Calibri" panose="020F0502020204030204" pitchFamily="34" charset="0"/>
                <a:ea typeface="Calibri" panose="020F0502020204030204" pitchFamily="34" charset="0"/>
                <a:cs typeface="Calibri" panose="020F0502020204030204" pitchFamily="34" charset="0"/>
              </a:rPr>
              <a:pPr defTabSz="480079">
                <a:defRPr/>
              </a:pPr>
              <a:t>17</a:t>
            </a:fld>
            <a:endParaRPr lang="en-AU" dirty="0">
              <a:solidFill>
                <a:srgbClr val="21212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D59F839-C0A5-F08F-378C-241FFD2AD66F}"/>
              </a:ext>
            </a:extLst>
          </p:cNvPr>
          <p:cNvSpPr txBox="1"/>
          <p:nvPr/>
        </p:nvSpPr>
        <p:spPr>
          <a:xfrm>
            <a:off x="3601090" y="8618560"/>
            <a:ext cx="9601516" cy="674031"/>
          </a:xfrm>
          <a:prstGeom prst="rect">
            <a:avLst/>
          </a:prstGeom>
          <a:noFill/>
        </p:spPr>
        <p:txBody>
          <a:bodyPr wrap="square" rtlCol="0" anchor="ctr">
            <a:spAutoFit/>
          </a:bodyPr>
          <a:lstStyle/>
          <a:p>
            <a:pPr algn="ctr" defTabSz="960158">
              <a:defRPr/>
            </a:pPr>
            <a:r>
              <a:rPr lang="en-US" sz="3780" kern="0" dirty="0">
                <a:solidFill>
                  <a:srgbClr val="212121"/>
                </a:solidFill>
                <a:latin typeface="Calibri" panose="020F0502020204030204"/>
                <a:cs typeface="Arial" charset="0"/>
              </a:rPr>
              <a:t>Reduced Data Sets (Impact)</a:t>
            </a:r>
          </a:p>
        </p:txBody>
      </p:sp>
      <p:pic>
        <p:nvPicPr>
          <p:cNvPr id="2" name="Picture 1">
            <a:extLst>
              <a:ext uri="{FF2B5EF4-FFF2-40B4-BE49-F238E27FC236}">
                <a16:creationId xmlns:a16="http://schemas.microsoft.com/office/drawing/2014/main" id="{88178B0F-1EE0-6E24-CF72-27461DB037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4961" y="9703756"/>
            <a:ext cx="3101295" cy="2851656"/>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0452E2-B32F-1B0B-0D8A-D006AB10C836}"/>
                  </a:ext>
                </a:extLst>
              </p:cNvPr>
              <p:cNvSpPr txBox="1"/>
              <p:nvPr/>
            </p:nvSpPr>
            <p:spPr>
              <a:xfrm>
                <a:off x="6155395" y="12707184"/>
                <a:ext cx="4492914" cy="544765"/>
              </a:xfrm>
              <a:prstGeom prst="rect">
                <a:avLst/>
              </a:prstGeom>
              <a:noFill/>
            </p:spPr>
            <p:txBody>
              <a:bodyPr wrap="square">
                <a:spAutoFit/>
              </a:bodyPr>
              <a:lstStyle/>
              <a:p>
                <a:pPr algn="ctr" defTabSz="480079">
                  <a:defRPr/>
                </a:pPr>
                <a14:m>
                  <m:oMath xmlns:m="http://schemas.openxmlformats.org/officeDocument/2006/math">
                    <m:r>
                      <a:rPr lang="en-AU" sz="1470" b="1" i="1">
                        <a:solidFill>
                          <a:srgbClr val="212121"/>
                        </a:solidFill>
                        <a:latin typeface="Cambria Math" panose="02040503050406030204" pitchFamily="18" charset="0"/>
                        <a:ea typeface="Cambria Math" panose="02040503050406030204" pitchFamily="18" charset="0"/>
                        <a:cs typeface="Calibri" panose="020F0502020204030204" pitchFamily="34" charset="0"/>
                      </a:rPr>
                      <m:t>~</m:t>
                    </m:r>
                  </m:oMath>
                </a14:m>
                <a:r>
                  <a:rPr lang="en-AU" sz="1470" b="1" dirty="0">
                    <a:solidFill>
                      <a:srgbClr val="212121"/>
                    </a:solidFill>
                    <a:latin typeface="Public Sans"/>
                    <a:ea typeface="Cambria Math" panose="02040503050406030204" pitchFamily="18" charset="0"/>
                    <a:cs typeface="Calibri" panose="020F0502020204030204" pitchFamily="34" charset="0"/>
                  </a:rPr>
                  <a:t>99%</a:t>
                </a:r>
                <a:r>
                  <a:rPr lang="en-AU" sz="1470" b="1" dirty="0">
                    <a:solidFill>
                      <a:srgbClr val="212121"/>
                    </a:solidFill>
                    <a:latin typeface="Calibri" panose="020F0502020204030204" pitchFamily="34" charset="0"/>
                    <a:ea typeface="Calibri" panose="020F0502020204030204" pitchFamily="34" charset="0"/>
                    <a:cs typeface="Calibri" panose="020F0502020204030204" pitchFamily="34" charset="0"/>
                  </a:rPr>
                  <a:t> instance space reduction (9300 -&gt; 100 instances)</a:t>
                </a:r>
              </a:p>
              <a:p>
                <a:pPr algn="ctr" defTabSz="480079">
                  <a:defRPr/>
                </a:pPr>
                <a:r>
                  <a:rPr lang="en-AU" sz="1470" b="1" dirty="0">
                    <a:solidFill>
                      <a:srgbClr val="212121"/>
                    </a:solidFill>
                    <a:latin typeface="Calibri" panose="020F0502020204030204" pitchFamily="34" charset="0"/>
                    <a:ea typeface="Calibri" panose="020F0502020204030204" pitchFamily="34" charset="0"/>
                    <a:cs typeface="Calibri" panose="020F0502020204030204" pitchFamily="34" charset="0"/>
                  </a:rPr>
                  <a:t>93.5% explained variance</a:t>
                </a:r>
              </a:p>
            </p:txBody>
          </p:sp>
        </mc:Choice>
        <mc:Fallback xmlns="">
          <p:sp>
            <p:nvSpPr>
              <p:cNvPr id="3" name="TextBox 2">
                <a:extLst>
                  <a:ext uri="{FF2B5EF4-FFF2-40B4-BE49-F238E27FC236}">
                    <a16:creationId xmlns:a16="http://schemas.microsoft.com/office/drawing/2014/main" id="{680452E2-B32F-1B0B-0D8A-D006AB10C836}"/>
                  </a:ext>
                </a:extLst>
              </p:cNvPr>
              <p:cNvSpPr txBox="1">
                <a:spLocks noRot="1" noChangeAspect="1" noMove="1" noResize="1" noEditPoints="1" noAdjustHandles="1" noChangeArrowheads="1" noChangeShapeType="1" noTextEdit="1"/>
              </p:cNvSpPr>
              <p:nvPr/>
            </p:nvSpPr>
            <p:spPr>
              <a:xfrm>
                <a:off x="6155395" y="12707184"/>
                <a:ext cx="4492914" cy="544765"/>
              </a:xfrm>
              <a:prstGeom prst="rect">
                <a:avLst/>
              </a:prstGeom>
              <a:blipFill>
                <a:blip r:embed="rId5"/>
                <a:stretch>
                  <a:fillRect t="-3371" b="-11236"/>
                </a:stretch>
              </a:blipFill>
            </p:spPr>
            <p:txBody>
              <a:bodyPr/>
              <a:lstStyle/>
              <a:p>
                <a:r>
                  <a:rPr lang="en-GB">
                    <a:noFill/>
                  </a:rPr>
                  <a:t> </a:t>
                </a:r>
              </a:p>
            </p:txBody>
          </p:sp>
        </mc:Fallback>
      </mc:AlternateContent>
    </p:spTree>
    <p:custDataLst>
      <p:tags r:id="rId1"/>
    </p:custDataLst>
    <p:extLst>
      <p:ext uri="{BB962C8B-B14F-4D97-AF65-F5344CB8AC3E}">
        <p14:creationId xmlns:p14="http://schemas.microsoft.com/office/powerpoint/2010/main" val="176143136"/>
      </p:ext>
    </p:extLst>
  </p:cSld>
  <p:clrMapOvr>
    <a:masterClrMapping/>
  </p:clrMapOvr>
  <mc:AlternateContent xmlns:mc="http://schemas.openxmlformats.org/markup-compatibility/2006" xmlns:p14="http://schemas.microsoft.com/office/powerpoint/2010/main">
    <mc:Choice Requires="p14">
      <p:transition spd="slow" p14:dur="2000" advTm="524"/>
    </mc:Choice>
    <mc:Fallback xmlns="">
      <p:transition spd="slow" advTm="524"/>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id="{ED3588A7-5A41-69BD-E902-F69B006A1344}"/>
              </a:ext>
            </a:extLst>
          </p:cNvPr>
          <p:cNvSpPr/>
          <p:nvPr/>
        </p:nvSpPr>
        <p:spPr>
          <a:xfrm>
            <a:off x="9608295" y="8395517"/>
            <a:ext cx="2067369" cy="3923987"/>
          </a:xfrm>
          <a:prstGeom prst="rect">
            <a:avLst/>
          </a:prstGeom>
          <a:solidFill>
            <a:schemeClr val="tx1">
              <a:alpha val="3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1000" b="1" dirty="0">
              <a:solidFill>
                <a:srgbClr val="2D2015"/>
              </a:solidFill>
              <a:latin typeface="Arial"/>
              <a:cs typeface="Arial"/>
            </a:endParaRPr>
          </a:p>
        </p:txBody>
      </p:sp>
      <p:sp>
        <p:nvSpPr>
          <p:cNvPr id="104" name="Rectangle: Rounded Corners 103">
            <a:extLst>
              <a:ext uri="{FF2B5EF4-FFF2-40B4-BE49-F238E27FC236}">
                <a16:creationId xmlns:a16="http://schemas.microsoft.com/office/drawing/2014/main" id="{CC1CAB49-A229-4010-0F2D-715040C04FA3}"/>
              </a:ext>
            </a:extLst>
          </p:cNvPr>
          <p:cNvSpPr/>
          <p:nvPr/>
        </p:nvSpPr>
        <p:spPr>
          <a:xfrm>
            <a:off x="9977822" y="10412893"/>
            <a:ext cx="1344385" cy="450576"/>
          </a:xfrm>
          <a:prstGeom prst="roundRect">
            <a:avLst>
              <a:gd name="adj" fmla="val 0"/>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Box-counting at different scales</a:t>
            </a:r>
          </a:p>
        </p:txBody>
      </p:sp>
      <p:sp>
        <p:nvSpPr>
          <p:cNvPr id="105" name="Rectangle: Rounded Corners 104">
            <a:extLst>
              <a:ext uri="{FF2B5EF4-FFF2-40B4-BE49-F238E27FC236}">
                <a16:creationId xmlns:a16="http://schemas.microsoft.com/office/drawing/2014/main" id="{24066C38-28B3-8E5E-A069-DA0A3D3CDCE2}"/>
              </a:ext>
            </a:extLst>
          </p:cNvPr>
          <p:cNvSpPr/>
          <p:nvPr/>
        </p:nvSpPr>
        <p:spPr>
          <a:xfrm>
            <a:off x="9975225" y="9207989"/>
            <a:ext cx="1344385" cy="450575"/>
          </a:xfrm>
          <a:prstGeom prst="roundRect">
            <a:avLst>
              <a:gd name="adj" fmla="val 0"/>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Find nearest neighbours</a:t>
            </a:r>
          </a:p>
        </p:txBody>
      </p:sp>
      <p:cxnSp>
        <p:nvCxnSpPr>
          <p:cNvPr id="106" name="Straight Arrow Connector 105">
            <a:extLst>
              <a:ext uri="{FF2B5EF4-FFF2-40B4-BE49-F238E27FC236}">
                <a16:creationId xmlns:a16="http://schemas.microsoft.com/office/drawing/2014/main" id="{AB654FA7-EFF6-5B7D-240F-29F7B0580817}"/>
              </a:ext>
            </a:extLst>
          </p:cNvPr>
          <p:cNvCxnSpPr>
            <a:cxnSpLocks/>
            <a:stCxn id="107" idx="4"/>
            <a:endCxn id="105" idx="0"/>
          </p:cNvCxnSpPr>
          <p:nvPr/>
        </p:nvCxnSpPr>
        <p:spPr>
          <a:xfrm flipH="1">
            <a:off x="10647428" y="9057920"/>
            <a:ext cx="1" cy="150069"/>
          </a:xfrm>
          <a:prstGeom prst="straightConnector1">
            <a:avLst/>
          </a:prstGeom>
          <a:solidFill>
            <a:schemeClr val="tx1"/>
          </a:solid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2F96F141-5157-4245-5E7A-622A5E6A7E81}"/>
              </a:ext>
            </a:extLst>
          </p:cNvPr>
          <p:cNvSpPr/>
          <p:nvPr/>
        </p:nvSpPr>
        <p:spPr>
          <a:xfrm>
            <a:off x="9950462" y="8576710"/>
            <a:ext cx="1393932" cy="481200"/>
          </a:xfrm>
          <a:prstGeom prst="ellipse">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Parse atomic coordinates</a:t>
            </a:r>
          </a:p>
        </p:txBody>
      </p:sp>
      <p:sp>
        <p:nvSpPr>
          <p:cNvPr id="109" name="Rectangle: Rounded Corners 108">
            <a:extLst>
              <a:ext uri="{FF2B5EF4-FFF2-40B4-BE49-F238E27FC236}">
                <a16:creationId xmlns:a16="http://schemas.microsoft.com/office/drawing/2014/main" id="{F2F5142D-0A10-813C-0BED-9A96972FC547}"/>
              </a:ext>
            </a:extLst>
          </p:cNvPr>
          <p:cNvSpPr/>
          <p:nvPr/>
        </p:nvSpPr>
        <p:spPr>
          <a:xfrm>
            <a:off x="9975226" y="9812261"/>
            <a:ext cx="1344385" cy="450575"/>
          </a:xfrm>
          <a:prstGeom prst="roundRect">
            <a:avLst>
              <a:gd name="adj" fmla="val 0"/>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Find surface atoms</a:t>
            </a:r>
          </a:p>
        </p:txBody>
      </p:sp>
      <p:cxnSp>
        <p:nvCxnSpPr>
          <p:cNvPr id="112" name="Straight Arrow Connector 111">
            <a:extLst>
              <a:ext uri="{FF2B5EF4-FFF2-40B4-BE49-F238E27FC236}">
                <a16:creationId xmlns:a16="http://schemas.microsoft.com/office/drawing/2014/main" id="{EDC6340D-10B9-E5FF-426B-C9A92A8CB751}"/>
              </a:ext>
            </a:extLst>
          </p:cNvPr>
          <p:cNvCxnSpPr>
            <a:cxnSpLocks/>
            <a:stCxn id="105" idx="2"/>
            <a:endCxn id="109" idx="0"/>
          </p:cNvCxnSpPr>
          <p:nvPr/>
        </p:nvCxnSpPr>
        <p:spPr>
          <a:xfrm>
            <a:off x="10647428" y="9658554"/>
            <a:ext cx="1" cy="153698"/>
          </a:xfrm>
          <a:prstGeom prst="straightConnector1">
            <a:avLst/>
          </a:prstGeom>
          <a:solidFill>
            <a:schemeClr val="tx1"/>
          </a:solid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4ACA03FF-D806-900D-804A-2C51096E93FE}"/>
              </a:ext>
            </a:extLst>
          </p:cNvPr>
          <p:cNvCxnSpPr>
            <a:cxnSpLocks/>
            <a:stCxn id="109" idx="2"/>
            <a:endCxn id="104" idx="0"/>
          </p:cNvCxnSpPr>
          <p:nvPr/>
        </p:nvCxnSpPr>
        <p:spPr>
          <a:xfrm>
            <a:off x="10647418" y="10262825"/>
            <a:ext cx="2597" cy="150068"/>
          </a:xfrm>
          <a:prstGeom prst="straightConnector1">
            <a:avLst/>
          </a:prstGeom>
          <a:solidFill>
            <a:schemeClr val="tx1"/>
          </a:solid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8C554043-7C0C-B2F1-07EA-A8AD3D6D0E71}"/>
              </a:ext>
            </a:extLst>
          </p:cNvPr>
          <p:cNvSpPr/>
          <p:nvPr/>
        </p:nvSpPr>
        <p:spPr>
          <a:xfrm>
            <a:off x="9672805" y="11613387"/>
            <a:ext cx="1954438" cy="449237"/>
          </a:xfrm>
          <a:prstGeom prst="ellipse">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Compute box-counting dimension</a:t>
            </a:r>
          </a:p>
        </p:txBody>
      </p:sp>
      <p:sp>
        <p:nvSpPr>
          <p:cNvPr id="124" name="Rectangle: Rounded Corners 123">
            <a:extLst>
              <a:ext uri="{FF2B5EF4-FFF2-40B4-BE49-F238E27FC236}">
                <a16:creationId xmlns:a16="http://schemas.microsoft.com/office/drawing/2014/main" id="{930EDCF2-7B22-74EF-4046-59D7AEC6D115}"/>
              </a:ext>
            </a:extLst>
          </p:cNvPr>
          <p:cNvSpPr/>
          <p:nvPr/>
        </p:nvSpPr>
        <p:spPr>
          <a:xfrm>
            <a:off x="9977822" y="11013547"/>
            <a:ext cx="1344385" cy="450575"/>
          </a:xfrm>
          <a:prstGeom prst="roundRect">
            <a:avLst>
              <a:gd name="adj" fmla="val 0"/>
            </a:avLst>
          </a:prstGeom>
          <a:solidFill>
            <a:srgbClr val="FFCCCC"/>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Fit linear regression</a:t>
            </a:r>
          </a:p>
        </p:txBody>
      </p:sp>
      <p:cxnSp>
        <p:nvCxnSpPr>
          <p:cNvPr id="125" name="Straight Arrow Connector 124">
            <a:extLst>
              <a:ext uri="{FF2B5EF4-FFF2-40B4-BE49-F238E27FC236}">
                <a16:creationId xmlns:a16="http://schemas.microsoft.com/office/drawing/2014/main" id="{731C00D1-C6C2-5380-D7D3-F1FF5ABA513F}"/>
              </a:ext>
            </a:extLst>
          </p:cNvPr>
          <p:cNvCxnSpPr>
            <a:cxnSpLocks/>
            <a:stCxn id="124" idx="2"/>
            <a:endCxn id="119" idx="0"/>
          </p:cNvCxnSpPr>
          <p:nvPr/>
        </p:nvCxnSpPr>
        <p:spPr>
          <a:xfrm>
            <a:off x="10650015" y="11464122"/>
            <a:ext cx="0" cy="149266"/>
          </a:xfrm>
          <a:prstGeom prst="straightConnector1">
            <a:avLst/>
          </a:prstGeom>
          <a:solidFill>
            <a:schemeClr val="tx1"/>
          </a:solid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019078D-0E3B-A27B-96A2-C92A79035C43}"/>
              </a:ext>
            </a:extLst>
          </p:cNvPr>
          <p:cNvCxnSpPr>
            <a:cxnSpLocks/>
            <a:stCxn id="104" idx="2"/>
            <a:endCxn id="124" idx="0"/>
          </p:cNvCxnSpPr>
          <p:nvPr/>
        </p:nvCxnSpPr>
        <p:spPr>
          <a:xfrm>
            <a:off x="10650015" y="10863480"/>
            <a:ext cx="0" cy="150068"/>
          </a:xfrm>
          <a:prstGeom prst="straightConnector1">
            <a:avLst/>
          </a:prstGeom>
          <a:solidFill>
            <a:schemeClr val="tx1"/>
          </a:solid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DB47E78F-C797-05CF-34ED-823FDB871D98}"/>
              </a:ext>
            </a:extLst>
          </p:cNvPr>
          <p:cNvGrpSpPr/>
          <p:nvPr/>
        </p:nvGrpSpPr>
        <p:grpSpPr>
          <a:xfrm>
            <a:off x="3601094" y="7848829"/>
            <a:ext cx="4385932" cy="5872822"/>
            <a:chOff x="0" y="0"/>
            <a:chExt cx="5043511" cy="6753329"/>
          </a:xfrm>
          <a:solidFill>
            <a:schemeClr val="tx1"/>
          </a:solidFill>
        </p:grpSpPr>
        <p:sp>
          <p:nvSpPr>
            <p:cNvPr id="32" name="Rectangle 31">
              <a:extLst>
                <a:ext uri="{FF2B5EF4-FFF2-40B4-BE49-F238E27FC236}">
                  <a16:creationId xmlns:a16="http://schemas.microsoft.com/office/drawing/2014/main" id="{FFDF8457-631B-6A16-22DB-4F6447BF91C5}"/>
                </a:ext>
              </a:extLst>
            </p:cNvPr>
            <p:cNvSpPr/>
            <p:nvPr/>
          </p:nvSpPr>
          <p:spPr>
            <a:xfrm>
              <a:off x="0" y="0"/>
              <a:ext cx="5043511" cy="6753329"/>
            </a:xfrm>
            <a:prstGeom prst="rect">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1000" b="1" dirty="0">
                <a:solidFill>
                  <a:srgbClr val="2D2015"/>
                </a:solidFill>
                <a:latin typeface="Arial"/>
                <a:cs typeface="Arial"/>
              </a:endParaRPr>
            </a:p>
          </p:txBody>
        </p:sp>
        <p:sp>
          <p:nvSpPr>
            <p:cNvPr id="22" name="Rectangle: Rounded Corners 21">
              <a:extLst>
                <a:ext uri="{FF2B5EF4-FFF2-40B4-BE49-F238E27FC236}">
                  <a16:creationId xmlns:a16="http://schemas.microsoft.com/office/drawing/2014/main" id="{21D46BDF-99A9-6907-DFFB-D53F3FFBADC4}"/>
                </a:ext>
              </a:extLst>
            </p:cNvPr>
            <p:cNvSpPr/>
            <p:nvPr/>
          </p:nvSpPr>
          <p:spPr>
            <a:xfrm>
              <a:off x="155030" y="1589077"/>
              <a:ext cx="4756034" cy="2184298"/>
            </a:xfrm>
            <a:prstGeom prst="roundRect">
              <a:avLst>
                <a:gd name="adj" fmla="val 0"/>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Box-counting at different scales</a:t>
              </a: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p:txBody>
        </p:sp>
        <p:sp>
          <p:nvSpPr>
            <p:cNvPr id="21" name="Rectangle: Rounded Corners 20">
              <a:extLst>
                <a:ext uri="{FF2B5EF4-FFF2-40B4-BE49-F238E27FC236}">
                  <a16:creationId xmlns:a16="http://schemas.microsoft.com/office/drawing/2014/main" id="{5BA331B7-E0A5-82C0-6394-DCBF71A0A7FB}"/>
                </a:ext>
              </a:extLst>
            </p:cNvPr>
            <p:cNvSpPr/>
            <p:nvPr/>
          </p:nvSpPr>
          <p:spPr>
            <a:xfrm>
              <a:off x="1734571" y="120143"/>
              <a:ext cx="1590804" cy="1146235"/>
            </a:xfrm>
            <a:prstGeom prst="roundRect">
              <a:avLst>
                <a:gd name="adj" fmla="val 0"/>
              </a:avLst>
            </a:prstGeom>
            <a:grp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Parse coordinates</a:t>
              </a: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p:txBody>
        </p:sp>
        <p:pic>
          <p:nvPicPr>
            <p:cNvPr id="128" name="Picture 127">
              <a:extLst>
                <a:ext uri="{FF2B5EF4-FFF2-40B4-BE49-F238E27FC236}">
                  <a16:creationId xmlns:a16="http://schemas.microsoft.com/office/drawing/2014/main" id="{9EE5B2F7-BF1E-9AA1-6C2D-8A5A5330F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1096" y="416047"/>
              <a:ext cx="649376" cy="756752"/>
            </a:xfrm>
            <a:prstGeom prst="rect">
              <a:avLst/>
            </a:prstGeom>
            <a:grpFill/>
          </p:spPr>
        </p:pic>
        <p:pic>
          <p:nvPicPr>
            <p:cNvPr id="10" name="Picture 9">
              <a:extLst>
                <a:ext uri="{FF2B5EF4-FFF2-40B4-BE49-F238E27FC236}">
                  <a16:creationId xmlns:a16="http://schemas.microsoft.com/office/drawing/2014/main" id="{77302A85-D410-45AF-C4FA-9E3446699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462" y="4406736"/>
              <a:ext cx="3105918" cy="2191516"/>
            </a:xfrm>
            <a:prstGeom prst="rect">
              <a:avLst/>
            </a:prstGeom>
            <a:grpFill/>
          </p:spPr>
        </p:pic>
        <p:grpSp>
          <p:nvGrpSpPr>
            <p:cNvPr id="23" name="Group 22">
              <a:extLst>
                <a:ext uri="{FF2B5EF4-FFF2-40B4-BE49-F238E27FC236}">
                  <a16:creationId xmlns:a16="http://schemas.microsoft.com/office/drawing/2014/main" id="{2E86EF35-9B00-8FC5-C045-A208E7C4B013}"/>
                </a:ext>
              </a:extLst>
            </p:cNvPr>
            <p:cNvGrpSpPr/>
            <p:nvPr/>
          </p:nvGrpSpPr>
          <p:grpSpPr>
            <a:xfrm>
              <a:off x="543834" y="1889361"/>
              <a:ext cx="3963907" cy="1832558"/>
              <a:chOff x="1093563" y="1622455"/>
              <a:chExt cx="3963907" cy="1832558"/>
            </a:xfrm>
            <a:grpFill/>
          </p:grpSpPr>
          <p:pic>
            <p:nvPicPr>
              <p:cNvPr id="11" name="Picture 10">
                <a:extLst>
                  <a:ext uri="{FF2B5EF4-FFF2-40B4-BE49-F238E27FC236}">
                    <a16:creationId xmlns:a16="http://schemas.microsoft.com/office/drawing/2014/main" id="{99439298-AA02-2EDC-6512-9E4928E64D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3563" y="1624671"/>
                <a:ext cx="688421" cy="854204"/>
              </a:xfrm>
              <a:prstGeom prst="rect">
                <a:avLst/>
              </a:prstGeom>
              <a:grpFill/>
            </p:spPr>
          </p:pic>
          <p:pic>
            <p:nvPicPr>
              <p:cNvPr id="12" name="Picture 11">
                <a:extLst>
                  <a:ext uri="{FF2B5EF4-FFF2-40B4-BE49-F238E27FC236}">
                    <a16:creationId xmlns:a16="http://schemas.microsoft.com/office/drawing/2014/main" id="{A7B2D511-75A1-28C9-4F4E-DAC9CA6080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23673" y="1633694"/>
                <a:ext cx="699662" cy="857015"/>
              </a:xfrm>
              <a:prstGeom prst="rect">
                <a:avLst/>
              </a:prstGeom>
              <a:grpFill/>
            </p:spPr>
          </p:pic>
          <p:pic>
            <p:nvPicPr>
              <p:cNvPr id="13" name="Picture 12">
                <a:extLst>
                  <a:ext uri="{FF2B5EF4-FFF2-40B4-BE49-F238E27FC236}">
                    <a16:creationId xmlns:a16="http://schemas.microsoft.com/office/drawing/2014/main" id="{E6BC48AD-AFB6-1838-A001-8618056898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65024" y="1633694"/>
                <a:ext cx="674372" cy="834536"/>
              </a:xfrm>
              <a:prstGeom prst="rect">
                <a:avLst/>
              </a:prstGeom>
              <a:grpFill/>
            </p:spPr>
          </p:pic>
          <p:pic>
            <p:nvPicPr>
              <p:cNvPr id="14" name="Picture 13">
                <a:extLst>
                  <a:ext uri="{FF2B5EF4-FFF2-40B4-BE49-F238E27FC236}">
                    <a16:creationId xmlns:a16="http://schemas.microsoft.com/office/drawing/2014/main" id="{F8916797-C3D5-C2A6-3482-F6B5AC63BA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81085" y="1622455"/>
                <a:ext cx="668753" cy="823297"/>
              </a:xfrm>
              <a:prstGeom prst="rect">
                <a:avLst/>
              </a:prstGeom>
              <a:grpFill/>
            </p:spPr>
          </p:pic>
          <p:pic>
            <p:nvPicPr>
              <p:cNvPr id="15" name="Picture 14">
                <a:extLst>
                  <a:ext uri="{FF2B5EF4-FFF2-40B4-BE49-F238E27FC236}">
                    <a16:creationId xmlns:a16="http://schemas.microsoft.com/office/drawing/2014/main" id="{C4E193DF-AC72-A1B2-68C2-74E0B6DB1E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91527" y="1622455"/>
                <a:ext cx="665943" cy="814867"/>
              </a:xfrm>
              <a:prstGeom prst="rect">
                <a:avLst/>
              </a:prstGeom>
              <a:grpFill/>
            </p:spPr>
          </p:pic>
          <p:pic>
            <p:nvPicPr>
              <p:cNvPr id="16" name="Picture 15">
                <a:extLst>
                  <a:ext uri="{FF2B5EF4-FFF2-40B4-BE49-F238E27FC236}">
                    <a16:creationId xmlns:a16="http://schemas.microsoft.com/office/drawing/2014/main" id="{6CBC4E74-D563-93B6-F7FF-8B1032BF5B3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4144" y="2634526"/>
                <a:ext cx="668754" cy="820487"/>
              </a:xfrm>
              <a:prstGeom prst="rect">
                <a:avLst/>
              </a:prstGeom>
              <a:grpFill/>
            </p:spPr>
          </p:pic>
          <p:pic>
            <p:nvPicPr>
              <p:cNvPr id="17" name="Picture 16">
                <a:extLst>
                  <a:ext uri="{FF2B5EF4-FFF2-40B4-BE49-F238E27FC236}">
                    <a16:creationId xmlns:a16="http://schemas.microsoft.com/office/drawing/2014/main" id="{63C46068-F78A-1020-22E7-9342E56E9A5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60204" y="2630183"/>
                <a:ext cx="660323" cy="786768"/>
              </a:xfrm>
              <a:prstGeom prst="rect">
                <a:avLst/>
              </a:prstGeom>
              <a:grpFill/>
            </p:spPr>
          </p:pic>
          <p:pic>
            <p:nvPicPr>
              <p:cNvPr id="18" name="Picture 17">
                <a:extLst>
                  <a:ext uri="{FF2B5EF4-FFF2-40B4-BE49-F238E27FC236}">
                    <a16:creationId xmlns:a16="http://schemas.microsoft.com/office/drawing/2014/main" id="{13390A14-B4FE-CEBB-E9E9-B92BAFA54CF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84690" y="2634526"/>
                <a:ext cx="654704" cy="795198"/>
              </a:xfrm>
              <a:prstGeom prst="rect">
                <a:avLst/>
              </a:prstGeom>
              <a:grpFill/>
            </p:spPr>
          </p:pic>
          <p:pic>
            <p:nvPicPr>
              <p:cNvPr id="19" name="Picture 18">
                <a:extLst>
                  <a:ext uri="{FF2B5EF4-FFF2-40B4-BE49-F238E27FC236}">
                    <a16:creationId xmlns:a16="http://schemas.microsoft.com/office/drawing/2014/main" id="{A33E14C1-2B65-3EAE-9326-20D87CA62CF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583894" y="2618943"/>
                <a:ext cx="663133" cy="798008"/>
              </a:xfrm>
              <a:prstGeom prst="rect">
                <a:avLst/>
              </a:prstGeom>
              <a:grpFill/>
            </p:spPr>
          </p:pic>
          <p:pic>
            <p:nvPicPr>
              <p:cNvPr id="20" name="Picture 19">
                <a:extLst>
                  <a:ext uri="{FF2B5EF4-FFF2-40B4-BE49-F238E27FC236}">
                    <a16:creationId xmlns:a16="http://schemas.microsoft.com/office/drawing/2014/main" id="{E1995FAE-5759-31B6-8E1D-A0C4062CB70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391527" y="2627877"/>
                <a:ext cx="660323" cy="792387"/>
              </a:xfrm>
              <a:prstGeom prst="rect">
                <a:avLst/>
              </a:prstGeom>
              <a:grpFill/>
            </p:spPr>
          </p:pic>
        </p:grpSp>
        <p:cxnSp>
          <p:nvCxnSpPr>
            <p:cNvPr id="25" name="Straight Arrow Connector 24">
              <a:extLst>
                <a:ext uri="{FF2B5EF4-FFF2-40B4-BE49-F238E27FC236}">
                  <a16:creationId xmlns:a16="http://schemas.microsoft.com/office/drawing/2014/main" id="{2E7A8B60-ABA2-BA36-DC0A-ECC951CCA08A}"/>
                </a:ext>
              </a:extLst>
            </p:cNvPr>
            <p:cNvCxnSpPr>
              <a:cxnSpLocks/>
              <a:stCxn id="21" idx="2"/>
              <a:endCxn id="22" idx="0"/>
            </p:cNvCxnSpPr>
            <p:nvPr/>
          </p:nvCxnSpPr>
          <p:spPr>
            <a:xfrm>
              <a:off x="2529973" y="1266378"/>
              <a:ext cx="3074" cy="322699"/>
            </a:xfrm>
            <a:prstGeom prst="straightConnector1">
              <a:avLst/>
            </a:prstGeom>
            <a:grp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E4458C6-3956-7C0B-B054-18A85037FEAA}"/>
                </a:ext>
              </a:extLst>
            </p:cNvPr>
            <p:cNvCxnSpPr>
              <a:cxnSpLocks/>
              <a:stCxn id="22" idx="2"/>
              <a:endCxn id="24" idx="0"/>
            </p:cNvCxnSpPr>
            <p:nvPr/>
          </p:nvCxnSpPr>
          <p:spPr>
            <a:xfrm flipH="1">
              <a:off x="2525784" y="3773375"/>
              <a:ext cx="7263" cy="322699"/>
            </a:xfrm>
            <a:prstGeom prst="straightConnector1">
              <a:avLst/>
            </a:prstGeom>
            <a:grpFill/>
            <a:ln>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2CE9C68A-0490-9100-DDE3-1913DB54C752}"/>
                </a:ext>
              </a:extLst>
            </p:cNvPr>
            <p:cNvSpPr/>
            <p:nvPr/>
          </p:nvSpPr>
          <p:spPr>
            <a:xfrm>
              <a:off x="801462" y="4096074"/>
              <a:ext cx="3448643" cy="2502178"/>
            </a:xfrm>
            <a:prstGeom prst="roundRect">
              <a:avLst>
                <a:gd name="adj" fmla="val 0"/>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2D2015"/>
                  </a:solidFill>
                  <a:latin typeface="Arial"/>
                  <a:cs typeface="Arial"/>
                </a:rPr>
                <a:t>Fit linear regression</a:t>
              </a: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a:p>
              <a:pPr algn="ctr" defTabSz="914574" fontAlgn="base">
                <a:spcBef>
                  <a:spcPct val="0"/>
                </a:spcBef>
                <a:spcAft>
                  <a:spcPct val="0"/>
                </a:spcAft>
              </a:pPr>
              <a:endParaRPr lang="en-AU" sz="1000" b="1" dirty="0">
                <a:solidFill>
                  <a:srgbClr val="2D2015"/>
                </a:solidFill>
                <a:latin typeface="Arial"/>
                <a:cs typeface="Arial"/>
              </a:endParaRPr>
            </a:p>
          </p:txBody>
        </p:sp>
      </p:grpSp>
    </p:spTree>
    <p:extLst>
      <p:ext uri="{BB962C8B-B14F-4D97-AF65-F5344CB8AC3E}">
        <p14:creationId xmlns:p14="http://schemas.microsoft.com/office/powerpoint/2010/main" val="3060974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102" name="Group 101">
            <a:extLst>
              <a:ext uri="{FF2B5EF4-FFF2-40B4-BE49-F238E27FC236}">
                <a16:creationId xmlns:a16="http://schemas.microsoft.com/office/drawing/2014/main" id="{3E38F78E-9023-8546-89E3-F3073D46C39C}"/>
              </a:ext>
            </a:extLst>
          </p:cNvPr>
          <p:cNvGrpSpPr/>
          <p:nvPr/>
        </p:nvGrpSpPr>
        <p:grpSpPr>
          <a:xfrm>
            <a:off x="5843098" y="7635951"/>
            <a:ext cx="5117527" cy="6731944"/>
            <a:chOff x="169894" y="131593"/>
            <a:chExt cx="5372777" cy="7067719"/>
          </a:xfrm>
          <a:solidFill>
            <a:srgbClr val="212121"/>
          </a:solidFill>
        </p:grpSpPr>
        <p:sp>
          <p:nvSpPr>
            <p:cNvPr id="103" name="Rectangle 102">
              <a:extLst>
                <a:ext uri="{FF2B5EF4-FFF2-40B4-BE49-F238E27FC236}">
                  <a16:creationId xmlns:a16="http://schemas.microsoft.com/office/drawing/2014/main" id="{ED3588A7-5A41-69BD-E902-F69B006A1344}"/>
                </a:ext>
              </a:extLst>
            </p:cNvPr>
            <p:cNvSpPr/>
            <p:nvPr/>
          </p:nvSpPr>
          <p:spPr>
            <a:xfrm>
              <a:off x="169894" y="131593"/>
              <a:ext cx="5372777" cy="7067719"/>
            </a:xfrm>
            <a:prstGeom prst="rect">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endParaRPr lang="en-AU" sz="777" dirty="0">
                <a:solidFill>
                  <a:srgbClr val="FFFFFF"/>
                </a:solidFill>
              </a:endParaRPr>
            </a:p>
          </p:txBody>
        </p:sp>
        <p:sp>
          <p:nvSpPr>
            <p:cNvPr id="104" name="Rectangle: Rounded Corners 103">
              <a:extLst>
                <a:ext uri="{FF2B5EF4-FFF2-40B4-BE49-F238E27FC236}">
                  <a16:creationId xmlns:a16="http://schemas.microsoft.com/office/drawing/2014/main" id="{CC1CAB49-A229-4010-0F2D-715040C04FA3}"/>
                </a:ext>
              </a:extLst>
            </p:cNvPr>
            <p:cNvSpPr/>
            <p:nvPr/>
          </p:nvSpPr>
          <p:spPr>
            <a:xfrm>
              <a:off x="4026253" y="4119577"/>
              <a:ext cx="1411440" cy="473049"/>
            </a:xfrm>
            <a:prstGeom prst="roundRect">
              <a:avLst>
                <a:gd name="adj" fmla="val 0"/>
              </a:avLst>
            </a:prstGeom>
            <a:solidFill>
              <a:srgbClr val="303F9F"/>
            </a:solidFill>
            <a:ln w="19050">
              <a:solidFill>
                <a:srgbClr val="B3E5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F5F5F5"/>
                  </a:solidFill>
                  <a:latin typeface="Arial"/>
                  <a:cs typeface="Arial"/>
                </a:rPr>
                <a:t>Exact surface box-counting</a:t>
              </a:r>
            </a:p>
          </p:txBody>
        </p:sp>
        <p:sp>
          <p:nvSpPr>
            <p:cNvPr id="105" name="Rectangle: Rounded Corners 104">
              <a:extLst>
                <a:ext uri="{FF2B5EF4-FFF2-40B4-BE49-F238E27FC236}">
                  <a16:creationId xmlns:a16="http://schemas.microsoft.com/office/drawing/2014/main" id="{24066C38-28B3-8E5E-A069-DA0A3D3CDCE2}"/>
                </a:ext>
              </a:extLst>
            </p:cNvPr>
            <p:cNvSpPr/>
            <p:nvPr/>
          </p:nvSpPr>
          <p:spPr>
            <a:xfrm>
              <a:off x="2154319" y="885922"/>
              <a:ext cx="1411440" cy="473048"/>
            </a:xfrm>
            <a:prstGeom prst="roundRect">
              <a:avLst>
                <a:gd name="adj" fmla="val 0"/>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Find nearest neighbours</a:t>
              </a:r>
            </a:p>
          </p:txBody>
        </p:sp>
        <p:cxnSp>
          <p:nvCxnSpPr>
            <p:cNvPr id="106" name="Straight Arrow Connector 105">
              <a:extLst>
                <a:ext uri="{FF2B5EF4-FFF2-40B4-BE49-F238E27FC236}">
                  <a16:creationId xmlns:a16="http://schemas.microsoft.com/office/drawing/2014/main" id="{AB654FA7-EFF6-5B7D-240F-29F7B0580817}"/>
                </a:ext>
              </a:extLst>
            </p:cNvPr>
            <p:cNvCxnSpPr>
              <a:cxnSpLocks/>
              <a:stCxn id="107" idx="4"/>
              <a:endCxn id="105" idx="0"/>
            </p:cNvCxnSpPr>
            <p:nvPr/>
          </p:nvCxnSpPr>
          <p:spPr>
            <a:xfrm flipH="1">
              <a:off x="2860039" y="728368"/>
              <a:ext cx="1" cy="157554"/>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2F96F141-5157-4245-5E7A-622A5E6A7E81}"/>
                </a:ext>
              </a:extLst>
            </p:cNvPr>
            <p:cNvSpPr/>
            <p:nvPr/>
          </p:nvSpPr>
          <p:spPr>
            <a:xfrm>
              <a:off x="2128311" y="223167"/>
              <a:ext cx="1463458" cy="505201"/>
            </a:xfrm>
            <a:prstGeom prst="ellipse">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Parse atomic coordinates</a:t>
              </a:r>
            </a:p>
          </p:txBody>
        </p:sp>
        <p:sp>
          <p:nvSpPr>
            <p:cNvPr id="108" name="Diamond 107">
              <a:extLst>
                <a:ext uri="{FF2B5EF4-FFF2-40B4-BE49-F238E27FC236}">
                  <a16:creationId xmlns:a16="http://schemas.microsoft.com/office/drawing/2014/main" id="{042A4B9E-5602-3D83-E3E9-741B4C0A51D0}"/>
                </a:ext>
              </a:extLst>
            </p:cNvPr>
            <p:cNvSpPr/>
            <p:nvPr/>
          </p:nvSpPr>
          <p:spPr>
            <a:xfrm>
              <a:off x="1693826" y="2154746"/>
              <a:ext cx="2332427" cy="641969"/>
            </a:xfrm>
            <a:prstGeom prst="diamond">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Surface representation</a:t>
              </a:r>
            </a:p>
          </p:txBody>
        </p:sp>
        <p:sp>
          <p:nvSpPr>
            <p:cNvPr id="109" name="Rectangle: Rounded Corners 108">
              <a:extLst>
                <a:ext uri="{FF2B5EF4-FFF2-40B4-BE49-F238E27FC236}">
                  <a16:creationId xmlns:a16="http://schemas.microsoft.com/office/drawing/2014/main" id="{F2F5142D-0A10-813C-0BED-9A96972FC547}"/>
                </a:ext>
              </a:extLst>
            </p:cNvPr>
            <p:cNvSpPr/>
            <p:nvPr/>
          </p:nvSpPr>
          <p:spPr>
            <a:xfrm>
              <a:off x="2154320" y="1520334"/>
              <a:ext cx="1411440" cy="473048"/>
            </a:xfrm>
            <a:prstGeom prst="roundRect">
              <a:avLst>
                <a:gd name="adj" fmla="val 0"/>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Find surface atoms</a:t>
              </a:r>
            </a:p>
          </p:txBody>
        </p:sp>
        <p:sp>
          <p:nvSpPr>
            <p:cNvPr id="110" name="Rectangle: Rounded Corners 109">
              <a:extLst>
                <a:ext uri="{FF2B5EF4-FFF2-40B4-BE49-F238E27FC236}">
                  <a16:creationId xmlns:a16="http://schemas.microsoft.com/office/drawing/2014/main" id="{47868011-E137-FB57-89E9-055E29C416AA}"/>
                </a:ext>
              </a:extLst>
            </p:cNvPr>
            <p:cNvSpPr/>
            <p:nvPr/>
          </p:nvSpPr>
          <p:spPr>
            <a:xfrm>
              <a:off x="282385" y="3355967"/>
              <a:ext cx="1411440" cy="473047"/>
            </a:xfrm>
            <a:prstGeom prst="roundRect">
              <a:avLst>
                <a:gd name="adj" fmla="val 0"/>
              </a:avLst>
            </a:prstGeom>
            <a:solidFill>
              <a:srgbClr val="AA0000"/>
            </a:solidFill>
            <a:ln w="19050">
              <a:solidFill>
                <a:srgbClr val="FF52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F5F5F5"/>
                  </a:solidFill>
                  <a:latin typeface="Arial"/>
                  <a:cs typeface="Arial"/>
                </a:rPr>
                <a:t>Surface point cloud generation</a:t>
              </a:r>
            </a:p>
          </p:txBody>
        </p:sp>
        <p:sp>
          <p:nvSpPr>
            <p:cNvPr id="111" name="Rectangle: Rounded Corners 110">
              <a:extLst>
                <a:ext uri="{FF2B5EF4-FFF2-40B4-BE49-F238E27FC236}">
                  <a16:creationId xmlns:a16="http://schemas.microsoft.com/office/drawing/2014/main" id="{9F1E8657-7A3F-D2D9-3C48-F0195453251A}"/>
                </a:ext>
              </a:extLst>
            </p:cNvPr>
            <p:cNvSpPr/>
            <p:nvPr/>
          </p:nvSpPr>
          <p:spPr>
            <a:xfrm>
              <a:off x="284465" y="4119578"/>
              <a:ext cx="1411440" cy="473048"/>
            </a:xfrm>
            <a:prstGeom prst="roundRect">
              <a:avLst>
                <a:gd name="adj" fmla="val 0"/>
              </a:avLst>
            </a:prstGeom>
            <a:solidFill>
              <a:srgbClr val="AA0000"/>
            </a:solidFill>
            <a:ln w="19050">
              <a:solidFill>
                <a:srgbClr val="FF52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F5F5F5"/>
                  </a:solidFill>
                  <a:latin typeface="Arial"/>
                  <a:cs typeface="Arial"/>
                </a:rPr>
                <a:t>Point cloud </a:t>
              </a:r>
              <a:r>
                <a:rPr lang="en-AU" sz="1000" b="1" dirty="0" err="1">
                  <a:solidFill>
                    <a:srgbClr val="F5F5F5"/>
                  </a:solidFill>
                  <a:latin typeface="Arial"/>
                  <a:cs typeface="Arial"/>
                </a:rPr>
                <a:t>voxelisation</a:t>
              </a:r>
              <a:endParaRPr lang="en-AU" sz="1000" b="1" dirty="0">
                <a:solidFill>
                  <a:srgbClr val="F5F5F5"/>
                </a:solidFill>
                <a:latin typeface="Arial"/>
                <a:cs typeface="Arial"/>
              </a:endParaRPr>
            </a:p>
          </p:txBody>
        </p:sp>
        <p:cxnSp>
          <p:nvCxnSpPr>
            <p:cNvPr id="112" name="Straight Arrow Connector 111">
              <a:extLst>
                <a:ext uri="{FF2B5EF4-FFF2-40B4-BE49-F238E27FC236}">
                  <a16:creationId xmlns:a16="http://schemas.microsoft.com/office/drawing/2014/main" id="{EDC6340D-10B9-E5FF-426B-C9A92A8CB751}"/>
                </a:ext>
              </a:extLst>
            </p:cNvPr>
            <p:cNvCxnSpPr>
              <a:cxnSpLocks/>
              <a:stCxn id="105" idx="2"/>
              <a:endCxn id="109" idx="0"/>
            </p:cNvCxnSpPr>
            <p:nvPr/>
          </p:nvCxnSpPr>
          <p:spPr>
            <a:xfrm>
              <a:off x="2860039" y="1358970"/>
              <a:ext cx="1" cy="161364"/>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4ACA03FF-D806-900D-804A-2C51096E93FE}"/>
                </a:ext>
              </a:extLst>
            </p:cNvPr>
            <p:cNvCxnSpPr>
              <a:cxnSpLocks/>
              <a:stCxn id="109" idx="2"/>
              <a:endCxn id="108" idx="0"/>
            </p:cNvCxnSpPr>
            <p:nvPr/>
          </p:nvCxnSpPr>
          <p:spPr>
            <a:xfrm>
              <a:off x="2860040" y="1993382"/>
              <a:ext cx="0" cy="161364"/>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4FDDF243-1C25-8D79-D181-ECDA5C3DC113}"/>
                </a:ext>
              </a:extLst>
            </p:cNvPr>
            <p:cNvCxnSpPr>
              <a:cxnSpLocks/>
              <a:stCxn id="108" idx="2"/>
              <a:endCxn id="110" idx="0"/>
            </p:cNvCxnSpPr>
            <p:nvPr/>
          </p:nvCxnSpPr>
          <p:spPr>
            <a:xfrm rot="5400000">
              <a:off x="1644447" y="2140374"/>
              <a:ext cx="559252" cy="1871935"/>
            </a:xfrm>
            <a:prstGeom prst="bentConnector3">
              <a:avLst>
                <a:gd name="adj1" fmla="val 28715"/>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5D3C6BED-3654-F9C5-D968-3C86E4885D5B}"/>
                </a:ext>
              </a:extLst>
            </p:cNvPr>
            <p:cNvCxnSpPr>
              <a:cxnSpLocks/>
              <a:stCxn id="110" idx="2"/>
              <a:endCxn id="111" idx="0"/>
            </p:cNvCxnSpPr>
            <p:nvPr/>
          </p:nvCxnSpPr>
          <p:spPr>
            <a:xfrm>
              <a:off x="988105" y="3829014"/>
              <a:ext cx="2080" cy="290564"/>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sp>
          <p:nvSpPr>
            <p:cNvPr id="116" name="Rectangle: Rounded Corners 115">
              <a:extLst>
                <a:ext uri="{FF2B5EF4-FFF2-40B4-BE49-F238E27FC236}">
                  <a16:creationId xmlns:a16="http://schemas.microsoft.com/office/drawing/2014/main" id="{961F5D5A-38EB-0625-1BF0-296252EC9CC3}"/>
                </a:ext>
              </a:extLst>
            </p:cNvPr>
            <p:cNvSpPr/>
            <p:nvPr/>
          </p:nvSpPr>
          <p:spPr>
            <a:xfrm>
              <a:off x="282385" y="4893607"/>
              <a:ext cx="1411440" cy="473048"/>
            </a:xfrm>
            <a:prstGeom prst="roundRect">
              <a:avLst>
                <a:gd name="adj" fmla="val 0"/>
              </a:avLst>
            </a:prstGeom>
            <a:solidFill>
              <a:srgbClr val="AA0000"/>
            </a:solidFill>
            <a:ln w="19050">
              <a:solidFill>
                <a:srgbClr val="FF52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rgbClr val="F5F5F5"/>
                  </a:solidFill>
                  <a:latin typeface="Arial"/>
                  <a:cs typeface="Arial"/>
                </a:rPr>
                <a:t>3D binary image box-counting</a:t>
              </a:r>
            </a:p>
          </p:txBody>
        </p:sp>
        <p:cxnSp>
          <p:nvCxnSpPr>
            <p:cNvPr id="117" name="Connector: Elbow 116">
              <a:extLst>
                <a:ext uri="{FF2B5EF4-FFF2-40B4-BE49-F238E27FC236}">
                  <a16:creationId xmlns:a16="http://schemas.microsoft.com/office/drawing/2014/main" id="{A0A8D315-11C3-552F-7292-1DD70035CF99}"/>
                </a:ext>
              </a:extLst>
            </p:cNvPr>
            <p:cNvCxnSpPr>
              <a:cxnSpLocks/>
              <a:stCxn id="108" idx="2"/>
              <a:endCxn id="104" idx="0"/>
            </p:cNvCxnSpPr>
            <p:nvPr/>
          </p:nvCxnSpPr>
          <p:spPr>
            <a:xfrm rot="16200000" flipH="1">
              <a:off x="3134575" y="2522179"/>
              <a:ext cx="1322862" cy="1871933"/>
            </a:xfrm>
            <a:prstGeom prst="bentConnector3">
              <a:avLst>
                <a:gd name="adj1" fmla="val 11962"/>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E75B83C4-CC8D-509E-3510-0EF424704BB0}"/>
                </a:ext>
              </a:extLst>
            </p:cNvPr>
            <p:cNvCxnSpPr>
              <a:cxnSpLocks/>
              <a:stCxn id="111" idx="2"/>
              <a:endCxn id="116" idx="0"/>
            </p:cNvCxnSpPr>
            <p:nvPr/>
          </p:nvCxnSpPr>
          <p:spPr>
            <a:xfrm flipH="1">
              <a:off x="988105" y="4592626"/>
              <a:ext cx="2080" cy="300981"/>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8C554043-7C0C-B2F1-07EA-A8AD3D6D0E71}"/>
                </a:ext>
              </a:extLst>
            </p:cNvPr>
            <p:cNvSpPr/>
            <p:nvPr/>
          </p:nvSpPr>
          <p:spPr>
            <a:xfrm>
              <a:off x="1836806" y="6596075"/>
              <a:ext cx="2051921" cy="471644"/>
            </a:xfrm>
            <a:prstGeom prst="ellipse">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Compute box-counting dimension</a:t>
              </a:r>
            </a:p>
          </p:txBody>
        </p:sp>
        <p:cxnSp>
          <p:nvCxnSpPr>
            <p:cNvPr id="120" name="Connector: Elbow 119">
              <a:extLst>
                <a:ext uri="{FF2B5EF4-FFF2-40B4-BE49-F238E27FC236}">
                  <a16:creationId xmlns:a16="http://schemas.microsoft.com/office/drawing/2014/main" id="{FEDB294E-D94F-D16F-A337-8F3E94F89108}"/>
                </a:ext>
              </a:extLst>
            </p:cNvPr>
            <p:cNvCxnSpPr>
              <a:cxnSpLocks/>
              <a:stCxn id="104" idx="2"/>
              <a:endCxn id="124" idx="0"/>
            </p:cNvCxnSpPr>
            <p:nvPr/>
          </p:nvCxnSpPr>
          <p:spPr>
            <a:xfrm rot="5400000">
              <a:off x="3110751" y="4341914"/>
              <a:ext cx="1370510" cy="1871934"/>
            </a:xfrm>
            <a:prstGeom prst="bentConnector3">
              <a:avLst>
                <a:gd name="adj1" fmla="val 80399"/>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or: Elbow 120">
              <a:extLst>
                <a:ext uri="{FF2B5EF4-FFF2-40B4-BE49-F238E27FC236}">
                  <a16:creationId xmlns:a16="http://schemas.microsoft.com/office/drawing/2014/main" id="{0C9A6282-E56E-21D8-5FC4-471E0255EAC9}"/>
                </a:ext>
              </a:extLst>
            </p:cNvPr>
            <p:cNvCxnSpPr>
              <a:cxnSpLocks/>
              <a:stCxn id="116" idx="2"/>
              <a:endCxn id="124" idx="0"/>
            </p:cNvCxnSpPr>
            <p:nvPr/>
          </p:nvCxnSpPr>
          <p:spPr>
            <a:xfrm rot="16200000" flipH="1">
              <a:off x="1625832" y="4728928"/>
              <a:ext cx="596481" cy="1871934"/>
            </a:xfrm>
            <a:prstGeom prst="bentConnector3">
              <a:avLst>
                <a:gd name="adj1" fmla="val 50000"/>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1FD5437B-571E-E002-E189-6C8A44814F30}"/>
                </a:ext>
              </a:extLst>
            </p:cNvPr>
            <p:cNvSpPr txBox="1"/>
            <p:nvPr/>
          </p:nvSpPr>
          <p:spPr>
            <a:xfrm>
              <a:off x="1477490" y="2759562"/>
              <a:ext cx="893163" cy="389638"/>
            </a:xfrm>
            <a:prstGeom prst="rect">
              <a:avLst/>
            </a:prstGeom>
            <a:grpFill/>
            <a:ln>
              <a:noFill/>
            </a:ln>
          </p:spPr>
          <p:txBody>
            <a:bodyPr wrap="square" rtlCol="0">
              <a:spAutoFit/>
            </a:bodyPr>
            <a:lstStyle/>
            <a:p>
              <a:pPr algn="ctr" defTabSz="914574" fontAlgn="base">
                <a:spcBef>
                  <a:spcPct val="0"/>
                </a:spcBef>
                <a:spcAft>
                  <a:spcPct val="0"/>
                </a:spcAft>
              </a:pPr>
              <a:r>
                <a:rPr lang="en-AU" sz="906" b="1" dirty="0" err="1">
                  <a:solidFill>
                    <a:srgbClr val="FF5252"/>
                  </a:solidFill>
                  <a:latin typeface="Arial" charset="0"/>
                  <a:cs typeface="Arial" charset="0"/>
                </a:rPr>
                <a:t>Voxelised</a:t>
              </a:r>
              <a:r>
                <a:rPr lang="en-AU" sz="906" b="1" dirty="0">
                  <a:solidFill>
                    <a:srgbClr val="FF5252"/>
                  </a:solidFill>
                  <a:latin typeface="Arial" charset="0"/>
                  <a:cs typeface="Arial" charset="0"/>
                </a:rPr>
                <a:t> Point Cloud</a:t>
              </a:r>
            </a:p>
          </p:txBody>
        </p:sp>
        <p:sp>
          <p:nvSpPr>
            <p:cNvPr id="123" name="TextBox 122">
              <a:extLst>
                <a:ext uri="{FF2B5EF4-FFF2-40B4-BE49-F238E27FC236}">
                  <a16:creationId xmlns:a16="http://schemas.microsoft.com/office/drawing/2014/main" id="{21AB5541-056B-9EDA-A362-98B5CDC82392}"/>
                </a:ext>
              </a:extLst>
            </p:cNvPr>
            <p:cNvSpPr txBox="1"/>
            <p:nvPr/>
          </p:nvSpPr>
          <p:spPr>
            <a:xfrm>
              <a:off x="3349426" y="2768144"/>
              <a:ext cx="1078605" cy="389638"/>
            </a:xfrm>
            <a:prstGeom prst="rect">
              <a:avLst/>
            </a:prstGeom>
            <a:grpFill/>
            <a:ln>
              <a:noFill/>
            </a:ln>
          </p:spPr>
          <p:txBody>
            <a:bodyPr wrap="square" rtlCol="0">
              <a:spAutoFit/>
            </a:bodyPr>
            <a:lstStyle/>
            <a:p>
              <a:pPr algn="ctr" defTabSz="914574" fontAlgn="base">
                <a:spcBef>
                  <a:spcPct val="0"/>
                </a:spcBef>
                <a:spcAft>
                  <a:spcPct val="0"/>
                </a:spcAft>
              </a:pPr>
              <a:r>
                <a:rPr lang="en-AU" sz="906" b="1" dirty="0">
                  <a:solidFill>
                    <a:srgbClr val="B3E5FC"/>
                  </a:solidFill>
                  <a:latin typeface="Arial" charset="0"/>
                  <a:cs typeface="Arial" charset="0"/>
                </a:rPr>
                <a:t>Mathematically Exact Surface</a:t>
              </a:r>
            </a:p>
          </p:txBody>
        </p:sp>
        <p:sp>
          <p:nvSpPr>
            <p:cNvPr id="124" name="Rectangle: Rounded Corners 123">
              <a:extLst>
                <a:ext uri="{FF2B5EF4-FFF2-40B4-BE49-F238E27FC236}">
                  <a16:creationId xmlns:a16="http://schemas.microsoft.com/office/drawing/2014/main" id="{930EDCF2-7B22-74EF-4046-59D7AEC6D115}"/>
                </a:ext>
              </a:extLst>
            </p:cNvPr>
            <p:cNvSpPr/>
            <p:nvPr/>
          </p:nvSpPr>
          <p:spPr>
            <a:xfrm>
              <a:off x="2154319" y="5963136"/>
              <a:ext cx="1411440" cy="473048"/>
            </a:xfrm>
            <a:prstGeom prst="roundRect">
              <a:avLst>
                <a:gd name="adj" fmla="val 0"/>
              </a:avLst>
            </a:prstGeom>
            <a:solidFill>
              <a:srgbClr val="BDBDBD"/>
            </a:solidFill>
            <a:ln w="19050">
              <a:solidFill>
                <a:srgbClr val="F5F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74" fontAlgn="base">
                <a:spcBef>
                  <a:spcPct val="0"/>
                </a:spcBef>
                <a:spcAft>
                  <a:spcPct val="0"/>
                </a:spcAft>
              </a:pPr>
              <a:r>
                <a:rPr lang="en-AU" sz="1000" b="1" dirty="0">
                  <a:solidFill>
                    <a:schemeClr val="bg1"/>
                  </a:solidFill>
                  <a:latin typeface="Arial"/>
                  <a:cs typeface="Arial"/>
                </a:rPr>
                <a:t>Fit linear regression</a:t>
              </a:r>
            </a:p>
          </p:txBody>
        </p:sp>
        <p:cxnSp>
          <p:nvCxnSpPr>
            <p:cNvPr id="125" name="Straight Arrow Connector 124">
              <a:extLst>
                <a:ext uri="{FF2B5EF4-FFF2-40B4-BE49-F238E27FC236}">
                  <a16:creationId xmlns:a16="http://schemas.microsoft.com/office/drawing/2014/main" id="{731C00D1-C6C2-5380-D7D3-F1FF5ABA513F}"/>
                </a:ext>
              </a:extLst>
            </p:cNvPr>
            <p:cNvCxnSpPr>
              <a:cxnSpLocks/>
              <a:stCxn id="124" idx="2"/>
              <a:endCxn id="119" idx="0"/>
            </p:cNvCxnSpPr>
            <p:nvPr/>
          </p:nvCxnSpPr>
          <p:spPr>
            <a:xfrm>
              <a:off x="2860039" y="6436184"/>
              <a:ext cx="2728" cy="159891"/>
            </a:xfrm>
            <a:prstGeom prst="straightConnector1">
              <a:avLst/>
            </a:prstGeom>
            <a:grpFill/>
            <a:ln>
              <a:solidFill>
                <a:srgbClr val="F5F5F5"/>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F52E94AC-729B-4037-516A-14E39786BB54}"/>
                </a:ext>
              </a:extLst>
            </p:cNvPr>
            <p:cNvSpPr txBox="1"/>
            <p:nvPr/>
          </p:nvSpPr>
          <p:spPr>
            <a:xfrm>
              <a:off x="2413461" y="5569232"/>
              <a:ext cx="893163" cy="243288"/>
            </a:xfrm>
            <a:prstGeom prst="rect">
              <a:avLst/>
            </a:prstGeom>
            <a:grpFill/>
            <a:ln>
              <a:noFill/>
            </a:ln>
          </p:spPr>
          <p:txBody>
            <a:bodyPr wrap="square" rtlCol="0">
              <a:spAutoFit/>
            </a:bodyPr>
            <a:lstStyle/>
            <a:p>
              <a:pPr algn="ctr" defTabSz="914574" fontAlgn="base">
                <a:spcBef>
                  <a:spcPct val="0"/>
                </a:spcBef>
                <a:spcAft>
                  <a:spcPct val="0"/>
                </a:spcAft>
              </a:pPr>
              <a:r>
                <a:rPr lang="en-AU" sz="906" b="1" dirty="0">
                  <a:solidFill>
                    <a:srgbClr val="BDBDBD"/>
                  </a:solidFill>
                  <a:latin typeface="Arial" charset="0"/>
                  <a:cs typeface="Arial" charset="0"/>
                </a:rPr>
                <a:t>Box counts</a:t>
              </a:r>
            </a:p>
          </p:txBody>
        </p:sp>
        <p:pic>
          <p:nvPicPr>
            <p:cNvPr id="127" name="Picture 126">
              <a:extLst>
                <a:ext uri="{FF2B5EF4-FFF2-40B4-BE49-F238E27FC236}">
                  <a16:creationId xmlns:a16="http://schemas.microsoft.com/office/drawing/2014/main" id="{E9C2F73E-6738-2428-C187-C02870907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6003" y="3996626"/>
              <a:ext cx="592876" cy="711451"/>
            </a:xfrm>
            <a:prstGeom prst="rect">
              <a:avLst/>
            </a:prstGeom>
            <a:grpFill/>
          </p:spPr>
        </p:pic>
        <p:pic>
          <p:nvPicPr>
            <p:cNvPr id="128" name="Picture 127">
              <a:extLst>
                <a:ext uri="{FF2B5EF4-FFF2-40B4-BE49-F238E27FC236}">
                  <a16:creationId xmlns:a16="http://schemas.microsoft.com/office/drawing/2014/main" id="{9EE5B2F7-BF1E-9AA1-6C2D-8A5A5330F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0621" y="190027"/>
              <a:ext cx="592876" cy="690910"/>
            </a:xfrm>
            <a:prstGeom prst="rect">
              <a:avLst/>
            </a:prstGeom>
            <a:grpFill/>
          </p:spPr>
        </p:pic>
        <p:pic>
          <p:nvPicPr>
            <p:cNvPr id="129" name="Picture 128">
              <a:extLst>
                <a:ext uri="{FF2B5EF4-FFF2-40B4-BE49-F238E27FC236}">
                  <a16:creationId xmlns:a16="http://schemas.microsoft.com/office/drawing/2014/main" id="{2A5D8521-197B-97D9-BADD-ECB9B8874B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7327" y="3249600"/>
              <a:ext cx="596751" cy="710087"/>
            </a:xfrm>
            <a:prstGeom prst="rect">
              <a:avLst/>
            </a:prstGeom>
            <a:grpFill/>
          </p:spPr>
        </p:pic>
        <p:pic>
          <p:nvPicPr>
            <p:cNvPr id="130" name="Picture 129">
              <a:extLst>
                <a:ext uri="{FF2B5EF4-FFF2-40B4-BE49-F238E27FC236}">
                  <a16:creationId xmlns:a16="http://schemas.microsoft.com/office/drawing/2014/main" id="{D890B499-8FB6-4C14-813F-18F64350CD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9123" y="4023557"/>
              <a:ext cx="594956" cy="705542"/>
            </a:xfrm>
            <a:prstGeom prst="rect">
              <a:avLst/>
            </a:prstGeom>
            <a:grpFill/>
          </p:spPr>
        </p:pic>
      </p:grpSp>
    </p:spTree>
    <p:extLst>
      <p:ext uri="{BB962C8B-B14F-4D97-AF65-F5344CB8AC3E}">
        <p14:creationId xmlns:p14="http://schemas.microsoft.com/office/powerpoint/2010/main" val="1914060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94478887-2D27-67A7-2AC7-282D0CA8244A}"/>
              </a:ext>
            </a:extLst>
          </p:cNvPr>
          <p:cNvGrpSpPr/>
          <p:nvPr/>
        </p:nvGrpSpPr>
        <p:grpSpPr>
          <a:xfrm>
            <a:off x="6513570" y="11613488"/>
            <a:ext cx="3771867" cy="685794"/>
            <a:chOff x="126232" y="5665261"/>
            <a:chExt cx="3960000" cy="720000"/>
          </a:xfrm>
        </p:grpSpPr>
        <p:sp>
          <p:nvSpPr>
            <p:cNvPr id="26" name="Rectangle 25">
              <a:extLst>
                <a:ext uri="{FF2B5EF4-FFF2-40B4-BE49-F238E27FC236}">
                  <a16:creationId xmlns:a16="http://schemas.microsoft.com/office/drawing/2014/main" id="{CEBF3FA8-31CA-9B03-E943-28C6D37454E9}"/>
                </a:ext>
              </a:extLst>
            </p:cNvPr>
            <p:cNvSpPr/>
            <p:nvPr/>
          </p:nvSpPr>
          <p:spPr>
            <a:xfrm>
              <a:off x="126232" y="5665261"/>
              <a:ext cx="3960000" cy="72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pic>
          <p:nvPicPr>
            <p:cNvPr id="24" name="Graphic 23" descr="Arrow Straight">
              <a:extLst>
                <a:ext uri="{FF2B5EF4-FFF2-40B4-BE49-F238E27FC236}">
                  <a16:creationId xmlns:a16="http://schemas.microsoft.com/office/drawing/2014/main" id="{DCE4D7AC-6FA7-45B3-1F19-918B2B6AEA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57075" y="5836319"/>
              <a:ext cx="497713" cy="377872"/>
            </a:xfrm>
            <a:prstGeom prst="rect">
              <a:avLst/>
            </a:prstGeom>
          </p:spPr>
        </p:pic>
        <p:pic>
          <p:nvPicPr>
            <p:cNvPr id="28" name="Picture 27">
              <a:extLst>
                <a:ext uri="{FF2B5EF4-FFF2-40B4-BE49-F238E27FC236}">
                  <a16:creationId xmlns:a16="http://schemas.microsoft.com/office/drawing/2014/main" id="{1F597FDF-CEC5-8FB6-4716-19A0C45002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98283" y="5719366"/>
              <a:ext cx="593361" cy="616009"/>
            </a:xfrm>
            <a:prstGeom prst="rect">
              <a:avLst/>
            </a:prstGeom>
            <a:effectLst>
              <a:outerShdw blurRad="50800" dist="38100" dir="13500000" algn="br" rotWithShape="0">
                <a:prstClr val="black">
                  <a:alpha val="40000"/>
                </a:prstClr>
              </a:outerShdw>
            </a:effectLst>
          </p:spPr>
        </p:pic>
        <p:pic>
          <p:nvPicPr>
            <p:cNvPr id="29" name="Picture 28">
              <a:extLst>
                <a:ext uri="{FF2B5EF4-FFF2-40B4-BE49-F238E27FC236}">
                  <a16:creationId xmlns:a16="http://schemas.microsoft.com/office/drawing/2014/main" id="{7A6085D0-8F46-7F0F-F0E7-2C8AEE81D1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10731" y="5715137"/>
              <a:ext cx="516867" cy="620239"/>
            </a:xfrm>
            <a:prstGeom prst="rect">
              <a:avLst/>
            </a:prstGeom>
            <a:effectLst>
              <a:outerShdw blurRad="50800" dist="38100" dir="13500000" algn="br" rotWithShape="0">
                <a:prstClr val="black">
                  <a:alpha val="40000"/>
                </a:prstClr>
              </a:outerShdw>
            </a:effectLst>
          </p:spPr>
        </p:pic>
        <p:pic>
          <p:nvPicPr>
            <p:cNvPr id="30" name="Picture 29">
              <a:extLst>
                <a:ext uri="{FF2B5EF4-FFF2-40B4-BE49-F238E27FC236}">
                  <a16:creationId xmlns:a16="http://schemas.microsoft.com/office/drawing/2014/main" id="{31D181CC-2A52-5EAC-DE7C-8DC7CA1618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2337" y="5715136"/>
              <a:ext cx="521243" cy="620239"/>
            </a:xfrm>
            <a:prstGeom prst="rect">
              <a:avLst/>
            </a:prstGeom>
            <a:effectLst>
              <a:outerShdw blurRad="50800" dist="38100" dir="8100000" algn="tr" rotWithShape="0">
                <a:prstClr val="black">
                  <a:alpha val="40000"/>
                </a:prstClr>
              </a:outerShdw>
            </a:effectLst>
          </p:spPr>
        </p:pic>
        <p:pic>
          <p:nvPicPr>
            <p:cNvPr id="31" name="Picture 30">
              <a:extLst>
                <a:ext uri="{FF2B5EF4-FFF2-40B4-BE49-F238E27FC236}">
                  <a16:creationId xmlns:a16="http://schemas.microsoft.com/office/drawing/2014/main" id="{54FE4BE8-CFBE-5AAA-E8C3-3C2AA73493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9686" y="5715137"/>
              <a:ext cx="523023" cy="620239"/>
            </a:xfrm>
            <a:prstGeom prst="rect">
              <a:avLst/>
            </a:prstGeom>
            <a:effectLst>
              <a:outerShdw blurRad="50800" dist="38100" dir="13500000" algn="br" rotWithShape="0">
                <a:prstClr val="black">
                  <a:alpha val="40000"/>
                </a:prstClr>
              </a:outerShdw>
            </a:effectLst>
          </p:spPr>
        </p:pic>
        <p:pic>
          <p:nvPicPr>
            <p:cNvPr id="32" name="Graphic 31" descr="Arrow Straight">
              <a:extLst>
                <a:ext uri="{FF2B5EF4-FFF2-40B4-BE49-F238E27FC236}">
                  <a16:creationId xmlns:a16="http://schemas.microsoft.com/office/drawing/2014/main" id="{450AF119-0CD1-0005-1C18-79A8633D506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00000">
              <a:off x="3002331" y="5836319"/>
              <a:ext cx="497713" cy="377872"/>
            </a:xfrm>
            <a:prstGeom prst="rect">
              <a:avLst/>
            </a:prstGeom>
          </p:spPr>
        </p:pic>
        <p:pic>
          <p:nvPicPr>
            <p:cNvPr id="33" name="Graphic 32" descr="Arrow Straight">
              <a:extLst>
                <a:ext uri="{FF2B5EF4-FFF2-40B4-BE49-F238E27FC236}">
                  <a16:creationId xmlns:a16="http://schemas.microsoft.com/office/drawing/2014/main" id="{F87F1236-51B7-734F-5999-61FF0B316D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6163" y="5836319"/>
              <a:ext cx="497713" cy="377872"/>
            </a:xfrm>
            <a:prstGeom prst="rect">
              <a:avLst/>
            </a:prstGeom>
          </p:spPr>
        </p:pic>
      </p:grpSp>
      <p:grpSp>
        <p:nvGrpSpPr>
          <p:cNvPr id="46" name="Group 45">
            <a:extLst>
              <a:ext uri="{FF2B5EF4-FFF2-40B4-BE49-F238E27FC236}">
                <a16:creationId xmlns:a16="http://schemas.microsoft.com/office/drawing/2014/main" id="{AA28C575-BF44-91E4-A90C-D0F68A53260F}"/>
              </a:ext>
            </a:extLst>
          </p:cNvPr>
          <p:cNvGrpSpPr/>
          <p:nvPr/>
        </p:nvGrpSpPr>
        <p:grpSpPr>
          <a:xfrm>
            <a:off x="7442977" y="9726261"/>
            <a:ext cx="1885934" cy="1714486"/>
            <a:chOff x="63796" y="2269213"/>
            <a:chExt cx="1980000" cy="1800000"/>
          </a:xfrm>
        </p:grpSpPr>
        <p:sp>
          <p:nvSpPr>
            <p:cNvPr id="25" name="Rectangle 24">
              <a:extLst>
                <a:ext uri="{FF2B5EF4-FFF2-40B4-BE49-F238E27FC236}">
                  <a16:creationId xmlns:a16="http://schemas.microsoft.com/office/drawing/2014/main" id="{3AF7A4AD-325F-3CA6-1813-9D14242615D3}"/>
                </a:ext>
              </a:extLst>
            </p:cNvPr>
            <p:cNvSpPr/>
            <p:nvPr/>
          </p:nvSpPr>
          <p:spPr>
            <a:xfrm>
              <a:off x="63796" y="2269213"/>
              <a:ext cx="1980000" cy="1800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sp>
          <p:nvSpPr>
            <p:cNvPr id="20" name="Oval 19">
              <a:extLst>
                <a:ext uri="{FF2B5EF4-FFF2-40B4-BE49-F238E27FC236}">
                  <a16:creationId xmlns:a16="http://schemas.microsoft.com/office/drawing/2014/main" id="{374655C5-61F4-F31C-9058-9BB9DEABF92E}"/>
                </a:ext>
              </a:extLst>
            </p:cNvPr>
            <p:cNvSpPr/>
            <p:nvPr/>
          </p:nvSpPr>
          <p:spPr>
            <a:xfrm>
              <a:off x="179093" y="2327400"/>
              <a:ext cx="784016" cy="759424"/>
            </a:xfrm>
            <a:prstGeom prst="ellipse">
              <a:avLst/>
            </a:prstGeom>
            <a:solidFill>
              <a:srgbClr val="BDBDBD"/>
            </a:solidFill>
            <a:ln w="12700">
              <a:solidFill>
                <a:srgbClr val="F5F5F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sp>
          <p:nvSpPr>
            <p:cNvPr id="21" name="Oval 20">
              <a:extLst>
                <a:ext uri="{FF2B5EF4-FFF2-40B4-BE49-F238E27FC236}">
                  <a16:creationId xmlns:a16="http://schemas.microsoft.com/office/drawing/2014/main" id="{55591DB1-E334-3810-CD95-ED2DD9C9FAAA}"/>
                </a:ext>
              </a:extLst>
            </p:cNvPr>
            <p:cNvSpPr/>
            <p:nvPr/>
          </p:nvSpPr>
          <p:spPr>
            <a:xfrm>
              <a:off x="1134015" y="2322051"/>
              <a:ext cx="784017" cy="764773"/>
            </a:xfrm>
            <a:prstGeom prst="ellipse">
              <a:avLst/>
            </a:prstGeom>
            <a:solidFill>
              <a:srgbClr val="303F9F"/>
            </a:solidFill>
            <a:ln w="12700">
              <a:solidFill>
                <a:srgbClr val="B3E5FC"/>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sp>
          <p:nvSpPr>
            <p:cNvPr id="22" name="Oval 21">
              <a:extLst>
                <a:ext uri="{FF2B5EF4-FFF2-40B4-BE49-F238E27FC236}">
                  <a16:creationId xmlns:a16="http://schemas.microsoft.com/office/drawing/2014/main" id="{392C2AEC-FE4A-FDC4-175B-10CEEF666048}"/>
                </a:ext>
              </a:extLst>
            </p:cNvPr>
            <p:cNvSpPr/>
            <p:nvPr/>
          </p:nvSpPr>
          <p:spPr>
            <a:xfrm>
              <a:off x="179091" y="3247196"/>
              <a:ext cx="784017" cy="764773"/>
            </a:xfrm>
            <a:prstGeom prst="ellipse">
              <a:avLst/>
            </a:prstGeom>
            <a:solidFill>
              <a:srgbClr val="AA0000"/>
            </a:solidFill>
            <a:ln w="12700">
              <a:solidFill>
                <a:srgbClr val="FF525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sp>
          <p:nvSpPr>
            <p:cNvPr id="35" name="Oval 34">
              <a:extLst>
                <a:ext uri="{FF2B5EF4-FFF2-40B4-BE49-F238E27FC236}">
                  <a16:creationId xmlns:a16="http://schemas.microsoft.com/office/drawing/2014/main" id="{C7209F09-2B78-CB88-CB97-EB2CD456777D}"/>
                </a:ext>
              </a:extLst>
            </p:cNvPr>
            <p:cNvSpPr/>
            <p:nvPr/>
          </p:nvSpPr>
          <p:spPr>
            <a:xfrm>
              <a:off x="1134015" y="3257894"/>
              <a:ext cx="784017" cy="764773"/>
            </a:xfrm>
            <a:prstGeom prst="ellipse">
              <a:avLst/>
            </a:prstGeom>
            <a:solidFill>
              <a:srgbClr val="AA0000"/>
            </a:solidFill>
            <a:ln w="12700">
              <a:solidFill>
                <a:srgbClr val="FF525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sz="777"/>
            </a:p>
          </p:txBody>
        </p:sp>
        <p:sp>
          <p:nvSpPr>
            <p:cNvPr id="43" name="Graphic 35" descr="Arrow Straight">
              <a:extLst>
                <a:ext uri="{FF2B5EF4-FFF2-40B4-BE49-F238E27FC236}">
                  <a16:creationId xmlns:a16="http://schemas.microsoft.com/office/drawing/2014/main" id="{C50533A8-1EB0-5ACD-770E-23D32F699808}"/>
                </a:ext>
              </a:extLst>
            </p:cNvPr>
            <p:cNvSpPr/>
            <p:nvPr/>
          </p:nvSpPr>
          <p:spPr>
            <a:xfrm rot="10800000">
              <a:off x="839909" y="2362000"/>
              <a:ext cx="456251" cy="188936"/>
            </a:xfrm>
            <a:custGeom>
              <a:avLst/>
              <a:gdLst>
                <a:gd name="connsiteX0" fmla="*/ 124443 w 456251"/>
                <a:gd name="connsiteY0" fmla="*/ 47234 h 188936"/>
                <a:gd name="connsiteX1" fmla="*/ 124443 w 456251"/>
                <a:gd name="connsiteY1" fmla="*/ 0 h 188936"/>
                <a:gd name="connsiteX2" fmla="*/ 14 w 456251"/>
                <a:gd name="connsiteY2" fmla="*/ 94468 h 188936"/>
                <a:gd name="connsiteX3" fmla="*/ 124443 w 456251"/>
                <a:gd name="connsiteY3" fmla="*/ 188936 h 188936"/>
                <a:gd name="connsiteX4" fmla="*/ 124443 w 456251"/>
                <a:gd name="connsiteY4" fmla="*/ 141702 h 188936"/>
                <a:gd name="connsiteX5" fmla="*/ 456251 w 456251"/>
                <a:gd name="connsiteY5" fmla="*/ 94468 h 188936"/>
                <a:gd name="connsiteX6" fmla="*/ 124443 w 456251"/>
                <a:gd name="connsiteY6" fmla="*/ 47234 h 188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251" h="188936">
                  <a:moveTo>
                    <a:pt x="124443" y="47234"/>
                  </a:moveTo>
                  <a:lnTo>
                    <a:pt x="124443" y="0"/>
                  </a:lnTo>
                  <a:lnTo>
                    <a:pt x="14" y="94468"/>
                  </a:lnTo>
                  <a:cubicBezTo>
                    <a:pt x="-1541" y="94468"/>
                    <a:pt x="124443" y="188936"/>
                    <a:pt x="124443" y="188936"/>
                  </a:cubicBezTo>
                  <a:lnTo>
                    <a:pt x="124443" y="141702"/>
                  </a:lnTo>
                  <a:lnTo>
                    <a:pt x="456251" y="94468"/>
                  </a:lnTo>
                  <a:lnTo>
                    <a:pt x="124443" y="47234"/>
                  </a:lnTo>
                  <a:close/>
                </a:path>
              </a:pathLst>
            </a:custGeom>
            <a:solidFill>
              <a:schemeClr val="bg2"/>
            </a:solidFill>
            <a:ln w="19050" cap="flat">
              <a:solidFill>
                <a:srgbClr val="F5F5F5"/>
              </a:solidFill>
              <a:prstDash val="solid"/>
              <a:miter/>
            </a:ln>
          </p:spPr>
          <p:txBody>
            <a:bodyPr rtlCol="0" anchor="ctr"/>
            <a:lstStyle/>
            <a:p>
              <a:endParaRPr lang="en-GB" sz="777"/>
            </a:p>
          </p:txBody>
        </p:sp>
        <p:pic>
          <p:nvPicPr>
            <p:cNvPr id="39" name="Picture 38">
              <a:extLst>
                <a:ext uri="{FF2B5EF4-FFF2-40B4-BE49-F238E27FC236}">
                  <a16:creationId xmlns:a16="http://schemas.microsoft.com/office/drawing/2014/main" id="{F60D2410-3C6E-4669-2559-FF9300F230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897" y="2396432"/>
              <a:ext cx="593361" cy="616009"/>
            </a:xfrm>
            <a:prstGeom prst="rect">
              <a:avLst/>
            </a:prstGeom>
            <a:effectLst>
              <a:outerShdw blurRad="50800" dist="38100" dir="13500000" algn="br" rotWithShape="0">
                <a:prstClr val="black">
                  <a:alpha val="40000"/>
                </a:prstClr>
              </a:outerShdw>
            </a:effectLst>
          </p:spPr>
        </p:pic>
        <p:pic>
          <p:nvPicPr>
            <p:cNvPr id="40" name="Picture 39">
              <a:extLst>
                <a:ext uri="{FF2B5EF4-FFF2-40B4-BE49-F238E27FC236}">
                  <a16:creationId xmlns:a16="http://schemas.microsoft.com/office/drawing/2014/main" id="{1C68C0E2-4598-D07C-47F0-4C8834C645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7733" y="2396432"/>
              <a:ext cx="516867" cy="620239"/>
            </a:xfrm>
            <a:prstGeom prst="rect">
              <a:avLst/>
            </a:prstGeom>
            <a:effectLst>
              <a:outerShdw blurRad="50800" dist="38100" dir="13500000" algn="br" rotWithShape="0">
                <a:prstClr val="black">
                  <a:alpha val="40000"/>
                </a:prstClr>
              </a:outerShdw>
            </a:effectLst>
          </p:spPr>
        </p:pic>
        <p:pic>
          <p:nvPicPr>
            <p:cNvPr id="41" name="Picture 40">
              <a:extLst>
                <a:ext uri="{FF2B5EF4-FFF2-40B4-BE49-F238E27FC236}">
                  <a16:creationId xmlns:a16="http://schemas.microsoft.com/office/drawing/2014/main" id="{15C71B0C-D929-C8F8-5259-679FE81357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011" y="3319462"/>
              <a:ext cx="521243" cy="620239"/>
            </a:xfrm>
            <a:prstGeom prst="rect">
              <a:avLst/>
            </a:prstGeom>
            <a:effectLst>
              <a:outerShdw blurRad="50800" dist="38100" dir="8100000" algn="tr" rotWithShape="0">
                <a:prstClr val="black">
                  <a:alpha val="40000"/>
                </a:prstClr>
              </a:outerShdw>
            </a:effectLst>
          </p:spPr>
        </p:pic>
        <p:pic>
          <p:nvPicPr>
            <p:cNvPr id="42" name="Picture 41">
              <a:extLst>
                <a:ext uri="{FF2B5EF4-FFF2-40B4-BE49-F238E27FC236}">
                  <a16:creationId xmlns:a16="http://schemas.microsoft.com/office/drawing/2014/main" id="{A4257EB0-C69B-CB6C-357C-65FB797B39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67733" y="3330160"/>
              <a:ext cx="523023" cy="620239"/>
            </a:xfrm>
            <a:prstGeom prst="rect">
              <a:avLst/>
            </a:prstGeom>
            <a:effectLst>
              <a:outerShdw blurRad="50800" dist="38100" dir="13500000" algn="br" rotWithShape="0">
                <a:prstClr val="black">
                  <a:alpha val="40000"/>
                </a:prstClr>
              </a:outerShdw>
            </a:effectLst>
          </p:spPr>
        </p:pic>
        <p:sp>
          <p:nvSpPr>
            <p:cNvPr id="44" name="Graphic 35" descr="Arrow Straight">
              <a:extLst>
                <a:ext uri="{FF2B5EF4-FFF2-40B4-BE49-F238E27FC236}">
                  <a16:creationId xmlns:a16="http://schemas.microsoft.com/office/drawing/2014/main" id="{C65BACEF-3287-835D-FAB9-D6674D8DE6B2}"/>
                </a:ext>
              </a:extLst>
            </p:cNvPr>
            <p:cNvSpPr/>
            <p:nvPr/>
          </p:nvSpPr>
          <p:spPr>
            <a:xfrm rot="16200000">
              <a:off x="82303" y="3087995"/>
              <a:ext cx="456251" cy="188936"/>
            </a:xfrm>
            <a:custGeom>
              <a:avLst/>
              <a:gdLst>
                <a:gd name="connsiteX0" fmla="*/ 124443 w 456251"/>
                <a:gd name="connsiteY0" fmla="*/ 47234 h 188936"/>
                <a:gd name="connsiteX1" fmla="*/ 124443 w 456251"/>
                <a:gd name="connsiteY1" fmla="*/ 0 h 188936"/>
                <a:gd name="connsiteX2" fmla="*/ 14 w 456251"/>
                <a:gd name="connsiteY2" fmla="*/ 94468 h 188936"/>
                <a:gd name="connsiteX3" fmla="*/ 124443 w 456251"/>
                <a:gd name="connsiteY3" fmla="*/ 188936 h 188936"/>
                <a:gd name="connsiteX4" fmla="*/ 124443 w 456251"/>
                <a:gd name="connsiteY4" fmla="*/ 141702 h 188936"/>
                <a:gd name="connsiteX5" fmla="*/ 456251 w 456251"/>
                <a:gd name="connsiteY5" fmla="*/ 94468 h 188936"/>
                <a:gd name="connsiteX6" fmla="*/ 124443 w 456251"/>
                <a:gd name="connsiteY6" fmla="*/ 47234 h 188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251" h="188936">
                  <a:moveTo>
                    <a:pt x="124443" y="47234"/>
                  </a:moveTo>
                  <a:lnTo>
                    <a:pt x="124443" y="0"/>
                  </a:lnTo>
                  <a:lnTo>
                    <a:pt x="14" y="94468"/>
                  </a:lnTo>
                  <a:cubicBezTo>
                    <a:pt x="-1541" y="94468"/>
                    <a:pt x="124443" y="188936"/>
                    <a:pt x="124443" y="188936"/>
                  </a:cubicBezTo>
                  <a:lnTo>
                    <a:pt x="124443" y="141702"/>
                  </a:lnTo>
                  <a:lnTo>
                    <a:pt x="456251" y="94468"/>
                  </a:lnTo>
                  <a:lnTo>
                    <a:pt x="124443" y="47234"/>
                  </a:lnTo>
                  <a:close/>
                </a:path>
              </a:pathLst>
            </a:custGeom>
            <a:solidFill>
              <a:schemeClr val="bg2"/>
            </a:solidFill>
            <a:ln w="19050" cap="flat">
              <a:solidFill>
                <a:srgbClr val="F5F5F5"/>
              </a:solidFill>
              <a:prstDash val="solid"/>
              <a:miter/>
            </a:ln>
          </p:spPr>
          <p:txBody>
            <a:bodyPr rtlCol="0" anchor="ctr"/>
            <a:lstStyle/>
            <a:p>
              <a:endParaRPr lang="en-GB" sz="777"/>
            </a:p>
          </p:txBody>
        </p:sp>
        <p:sp>
          <p:nvSpPr>
            <p:cNvPr id="45" name="Graphic 35" descr="Arrow Straight">
              <a:extLst>
                <a:ext uri="{FF2B5EF4-FFF2-40B4-BE49-F238E27FC236}">
                  <a16:creationId xmlns:a16="http://schemas.microsoft.com/office/drawing/2014/main" id="{79CD9C41-DF9C-CB94-3D1A-1B56D5373A8C}"/>
                </a:ext>
              </a:extLst>
            </p:cNvPr>
            <p:cNvSpPr/>
            <p:nvPr/>
          </p:nvSpPr>
          <p:spPr>
            <a:xfrm rot="10800000">
              <a:off x="839908" y="3788554"/>
              <a:ext cx="456251" cy="188936"/>
            </a:xfrm>
            <a:custGeom>
              <a:avLst/>
              <a:gdLst>
                <a:gd name="connsiteX0" fmla="*/ 124443 w 456251"/>
                <a:gd name="connsiteY0" fmla="*/ 47234 h 188936"/>
                <a:gd name="connsiteX1" fmla="*/ 124443 w 456251"/>
                <a:gd name="connsiteY1" fmla="*/ 0 h 188936"/>
                <a:gd name="connsiteX2" fmla="*/ 14 w 456251"/>
                <a:gd name="connsiteY2" fmla="*/ 94468 h 188936"/>
                <a:gd name="connsiteX3" fmla="*/ 124443 w 456251"/>
                <a:gd name="connsiteY3" fmla="*/ 188936 h 188936"/>
                <a:gd name="connsiteX4" fmla="*/ 124443 w 456251"/>
                <a:gd name="connsiteY4" fmla="*/ 141702 h 188936"/>
                <a:gd name="connsiteX5" fmla="*/ 456251 w 456251"/>
                <a:gd name="connsiteY5" fmla="*/ 94468 h 188936"/>
                <a:gd name="connsiteX6" fmla="*/ 124443 w 456251"/>
                <a:gd name="connsiteY6" fmla="*/ 47234 h 188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251" h="188936">
                  <a:moveTo>
                    <a:pt x="124443" y="47234"/>
                  </a:moveTo>
                  <a:lnTo>
                    <a:pt x="124443" y="0"/>
                  </a:lnTo>
                  <a:lnTo>
                    <a:pt x="14" y="94468"/>
                  </a:lnTo>
                  <a:cubicBezTo>
                    <a:pt x="-1541" y="94468"/>
                    <a:pt x="124443" y="188936"/>
                    <a:pt x="124443" y="188936"/>
                  </a:cubicBezTo>
                  <a:lnTo>
                    <a:pt x="124443" y="141702"/>
                  </a:lnTo>
                  <a:lnTo>
                    <a:pt x="456251" y="94468"/>
                  </a:lnTo>
                  <a:lnTo>
                    <a:pt x="124443" y="47234"/>
                  </a:lnTo>
                  <a:close/>
                </a:path>
              </a:pathLst>
            </a:custGeom>
            <a:solidFill>
              <a:schemeClr val="bg2"/>
            </a:solidFill>
            <a:ln w="19050" cap="flat">
              <a:solidFill>
                <a:srgbClr val="F5F5F5"/>
              </a:solidFill>
              <a:prstDash val="solid"/>
              <a:miter/>
            </a:ln>
          </p:spPr>
          <p:txBody>
            <a:bodyPr rtlCol="0" anchor="ctr"/>
            <a:lstStyle/>
            <a:p>
              <a:endParaRPr lang="en-GB" sz="777"/>
            </a:p>
          </p:txBody>
        </p:sp>
      </p:grpSp>
    </p:spTree>
    <p:extLst>
      <p:ext uri="{BB962C8B-B14F-4D97-AF65-F5344CB8AC3E}">
        <p14:creationId xmlns:p14="http://schemas.microsoft.com/office/powerpoint/2010/main" val="21666753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0.1"/>
</p:tagLst>
</file>

<file path=ppt/tags/tag2.xml><?xml version="1.0" encoding="utf-8"?>
<p:tagLst xmlns:a="http://schemas.openxmlformats.org/drawingml/2006/main" xmlns:r="http://schemas.openxmlformats.org/officeDocument/2006/relationships" xmlns:p="http://schemas.openxmlformats.org/presentationml/2006/main">
  <p:tag name="TIMING" val="|0|0.1"/>
</p:tagLst>
</file>

<file path=ppt/tags/tag3.xml><?xml version="1.0" encoding="utf-8"?>
<p:tagLst xmlns:a="http://schemas.openxmlformats.org/drawingml/2006/main" xmlns:r="http://schemas.openxmlformats.org/officeDocument/2006/relationships" xmlns:p="http://schemas.openxmlformats.org/presentationml/2006/main">
  <p:tag name="TIMING" val="|0|0.1"/>
</p:tagLst>
</file>

<file path=ppt/tags/tag4.xml><?xml version="1.0" encoding="utf-8"?>
<p:tagLst xmlns:a="http://schemas.openxmlformats.org/drawingml/2006/main" xmlns:r="http://schemas.openxmlformats.org/officeDocument/2006/relationships" xmlns:p="http://schemas.openxmlformats.org/presentationml/2006/main">
  <p:tag name="TIMING" val="|0|0.1"/>
</p:tagLst>
</file>

<file path=ppt/tags/tag5.xml><?xml version="1.0" encoding="utf-8"?>
<p:tagLst xmlns:a="http://schemas.openxmlformats.org/drawingml/2006/main" xmlns:r="http://schemas.openxmlformats.org/officeDocument/2006/relationships" xmlns:p="http://schemas.openxmlformats.org/presentationml/2006/main">
  <p:tag name="TIMING" val="|0|0.1"/>
</p:tagLst>
</file>

<file path=ppt/tags/tag6.xml><?xml version="1.0" encoding="utf-8"?>
<p:tagLst xmlns:a="http://schemas.openxmlformats.org/drawingml/2006/main" xmlns:r="http://schemas.openxmlformats.org/officeDocument/2006/relationships" xmlns:p="http://schemas.openxmlformats.org/presentationml/2006/main">
  <p:tag name="TIMING" val="|0|0.1"/>
</p:tagLst>
</file>

<file path=ppt/tags/tag7.xml><?xml version="1.0" encoding="utf-8"?>
<p:tagLst xmlns:a="http://schemas.openxmlformats.org/drawingml/2006/main" xmlns:r="http://schemas.openxmlformats.org/officeDocument/2006/relationships" xmlns:p="http://schemas.openxmlformats.org/presentationml/2006/main">
  <p:tag name="TIMING" val="|0|0.1"/>
</p:tagLst>
</file>

<file path=ppt/tags/tag8.xml><?xml version="1.0" encoding="utf-8"?>
<p:tagLst xmlns:a="http://schemas.openxmlformats.org/drawingml/2006/main" xmlns:r="http://schemas.openxmlformats.org/officeDocument/2006/relationships" xmlns:p="http://schemas.openxmlformats.org/presentationml/2006/main">
  <p:tag name="TIMING" val="|0|0.1"/>
</p:tagLst>
</file>

<file path=ppt/tags/tag9.xml><?xml version="1.0" encoding="utf-8"?>
<p:tagLst xmlns:a="http://schemas.openxmlformats.org/drawingml/2006/main" xmlns:r="http://schemas.openxmlformats.org/officeDocument/2006/relationships" xmlns:p="http://schemas.openxmlformats.org/presentationml/2006/main">
  <p:tag name="TIMING" val="|0|0.1"/>
</p:tagLst>
</file>

<file path=ppt/tags/tag10.xml><?xml version="1.0" encoding="utf-8"?>
<p:tagLst xmlns:a="http://schemas.openxmlformats.org/drawingml/2006/main" xmlns:r="http://schemas.openxmlformats.org/officeDocument/2006/relationships" xmlns:p="http://schemas.openxmlformats.org/presentationml/2006/main">
  <p:tag name="TIMING" val="|0|0.1"/>
</p:tagLst>
</file>

<file path=ppt/tags/tag11.xml><?xml version="1.0" encoding="utf-8"?>
<p:tagLst xmlns:a="http://schemas.openxmlformats.org/drawingml/2006/main" xmlns:r="http://schemas.openxmlformats.org/officeDocument/2006/relationships" xmlns:p="http://schemas.openxmlformats.org/presentationml/2006/main">
  <p:tag name="TIMING" val="|0|0.1"/>
</p:tagLst>
</file>

<file path=ppt/tags/tag12.xml><?xml version="1.0" encoding="utf-8"?>
<p:tagLst xmlns:a="http://schemas.openxmlformats.org/drawingml/2006/main" xmlns:r="http://schemas.openxmlformats.org/officeDocument/2006/relationships" xmlns:p="http://schemas.openxmlformats.org/presentationml/2006/main">
  <p:tag name="TIMING" val="|0|0.1"/>
</p:tagLst>
</file>

<file path=ppt/tags/tag13.xml><?xml version="1.0" encoding="utf-8"?>
<p:tagLst xmlns:a="http://schemas.openxmlformats.org/drawingml/2006/main" xmlns:r="http://schemas.openxmlformats.org/officeDocument/2006/relationships" xmlns:p="http://schemas.openxmlformats.org/presentationml/2006/main">
  <p:tag name="TIMING" val="|0|0.1"/>
</p:tagLst>
</file>

<file path=ppt/tags/tag14.xml><?xml version="1.0" encoding="utf-8"?>
<p:tagLst xmlns:a="http://schemas.openxmlformats.org/drawingml/2006/main" xmlns:r="http://schemas.openxmlformats.org/officeDocument/2006/relationships" xmlns:p="http://schemas.openxmlformats.org/presentationml/2006/main">
  <p:tag name="TIMING" val="|0|0.1"/>
</p:tagLst>
</file>

<file path=ppt/tags/tag15.xml><?xml version="1.0" encoding="utf-8"?>
<p:tagLst xmlns:a="http://schemas.openxmlformats.org/drawingml/2006/main" xmlns:r="http://schemas.openxmlformats.org/officeDocument/2006/relationships" xmlns:p="http://schemas.openxmlformats.org/presentationml/2006/main">
  <p:tag name="TIMING" val="|0|0.1"/>
</p:tagLst>
</file>

<file path=ppt/tags/tag16.xml><?xml version="1.0" encoding="utf-8"?>
<p:tagLst xmlns:a="http://schemas.openxmlformats.org/drawingml/2006/main" xmlns:r="http://schemas.openxmlformats.org/officeDocument/2006/relationships" xmlns:p="http://schemas.openxmlformats.org/presentationml/2006/main">
  <p:tag name="TIMING" val="|0|0.1"/>
</p:tagLst>
</file>

<file path=ppt/tags/tag17.xml><?xml version="1.0" encoding="utf-8"?>
<p:tagLst xmlns:a="http://schemas.openxmlformats.org/drawingml/2006/main" xmlns:r="http://schemas.openxmlformats.org/officeDocument/2006/relationships" xmlns:p="http://schemas.openxmlformats.org/presentationml/2006/main">
  <p:tag name="TIMING" val="|0|0.1"/>
</p:tagLst>
</file>

<file path=ppt/theme/theme1.xml><?xml version="1.0" encoding="utf-8"?>
<a:theme xmlns:a="http://schemas.openxmlformats.org/drawingml/2006/main" name="ANUPowerpointTemplate2010">
  <a:themeElements>
    <a:clrScheme name="ANUPowerpointTemplate20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fontScheme name="ANUPowerpointTemplate2010">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ANUPowerpointTemplate20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NUPowerpointTemplate201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NUPowerpointTemplate201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NUPowerpointTemplate201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NUPowerpointTemplate201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NUPowerpointTemplate201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NUPowerpointTemplate201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NUPowerpointTemplate201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NUPowerpointTemplate201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NUPowerpointTemplate201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NUPowerpointTemplate201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NUPowerpointTemplate20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ANU Dark">
  <a:themeElements>
    <a:clrScheme name="ANU">
      <a:dk1>
        <a:sysClr val="windowText" lastClr="000000"/>
      </a:dk1>
      <a:lt1>
        <a:sysClr val="window" lastClr="FFFFFF"/>
      </a:lt1>
      <a:dk2>
        <a:srgbClr val="000000"/>
      </a:dk2>
      <a:lt2>
        <a:srgbClr val="FFFFFF"/>
      </a:lt2>
      <a:accent1>
        <a:srgbClr val="BE830E"/>
      </a:accent1>
      <a:accent2>
        <a:srgbClr val="DFC187"/>
      </a:accent2>
      <a:accent3>
        <a:srgbClr val="F5EDDE"/>
      </a:accent3>
      <a:accent4>
        <a:srgbClr val="BE4E0E"/>
      </a:accent4>
      <a:accent5>
        <a:srgbClr val="CB7352"/>
      </a:accent5>
      <a:accent6>
        <a:srgbClr val="F2DCD4"/>
      </a:accent6>
      <a:hlink>
        <a:srgbClr val="BE830E"/>
      </a:hlink>
      <a:folHlink>
        <a:srgbClr val="BE4E0E"/>
      </a:folHlink>
    </a:clrScheme>
    <a:fontScheme name="ANU">
      <a:majorFont>
        <a:latin typeface="Public Sans"/>
        <a:ea typeface=""/>
        <a:cs typeface=""/>
      </a:majorFont>
      <a:minorFont>
        <a:latin typeface="Public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U_Powerpoint_Dark_v4" id="{265DF9C6-AD31-4D26-9A6B-9DE626719548}" vid="{F3959040-1F5C-4321-BF6C-743F4DD4FCE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11963</TotalTime>
  <Words>1163</Words>
  <Application>Microsoft Office PowerPoint</Application>
  <PresentationFormat>Custom</PresentationFormat>
  <Paragraphs>265</Paragraphs>
  <Slides>20</Slides>
  <Notes>17</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Public Sans</vt:lpstr>
      <vt:lpstr>Public Sans Light</vt:lpstr>
      <vt:lpstr>Sofia Pro Light</vt:lpstr>
      <vt:lpstr>Arial</vt:lpstr>
      <vt:lpstr>Calibri</vt:lpstr>
      <vt:lpstr>Cambria Math</vt:lpstr>
      <vt:lpstr>Times New Roman</vt:lpstr>
      <vt:lpstr>ANUPowerpointTemplate2010</vt:lpstr>
      <vt:lpstr>3_ANU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Ting</dc:creator>
  <cp:lastModifiedBy>Jonathan Ting</cp:lastModifiedBy>
  <cp:revision>94</cp:revision>
  <dcterms:created xsi:type="dcterms:W3CDTF">2022-05-05T03:50:53Z</dcterms:created>
  <dcterms:modified xsi:type="dcterms:W3CDTF">2025-01-22T00:22:10Z</dcterms:modified>
</cp:coreProperties>
</file>